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3657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WARNING SIGNS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645920" y="5303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 AND SUSPECT ITEMS (CFSI)  |  IF IN DOUBT — STOP AND TELL THE QUALITY MANAGER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2880" y="1097280"/>
            <a:ext cx="566928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109728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PURCHASING — RED FLAGS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097280"/>
            <a:ext cx="566928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09728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GOODS RECEIPT — RED FLAGS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82880" y="1554480"/>
            <a:ext cx="5669280" cy="731520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609344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Price significantly lower than normal market price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too good to be true, it probably is.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2880" y="2350008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404872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Obsolete or hard-to-get item suddenly available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Counterfeiters target items no longer in production.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2880" y="3145536"/>
            <a:ext cx="5669280" cy="731520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20040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Shorter lead time than expected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Pre-stocked fakes don't need manufacture time.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" y="3941064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99592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Unfamiliar or new supplier for a critical item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Approved Supplier List only.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2880" y="4736592"/>
            <a:ext cx="5669280" cy="731520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791456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Supplier cannot prove OEM authorisation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nuclear suppliers have documented traceability.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2880" y="5532120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5586984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Item sourced outside OEM distribution (grey market)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 for QC1/QC2 without QM approval.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1554480"/>
            <a:ext cx="5669280" cy="731520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1609344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Paperwork: poor spelling, alterations, Tipp-Ex, missing info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documents are clean and complete.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09360" y="2350008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2404872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Certificate: hand-written changes, not traceable to item, superseded standards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heat/batch number matches the physical item.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3145536"/>
            <a:ext cx="5669280" cy="731520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320040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Packaging: different from previous deliveries of same item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differences and notify QM.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3941064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399592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Product condition: evidence of reworking, new paint, unexpected wear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items should look new.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4736592"/>
            <a:ext cx="5669280" cy="731520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4791456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Identification marks: altered, smudged, missing lot numbers, wrong logo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previous genuine deliveries.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09360" y="5532120"/>
            <a:ext cx="5669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5586984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Item appearance: wrong colour, weight, size, or thread form
</a:t>
            </a:r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looks different — stop and check.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3657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REPORTS (NCR)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5303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WHEN SOMETHING GOES WRONG  |  A non-conformance is anything that does not meet the specified requirement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097280"/>
            <a:ext cx="365760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RAISE AN NCR WHEN: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155448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" y="15544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1554480"/>
            <a:ext cx="3182112" cy="475488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60020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are outside drawing tolerance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" y="210312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" y="21031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103120"/>
            <a:ext cx="3182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1488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certificate does not match specification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2880" y="265176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26517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2651760"/>
            <a:ext cx="3182112" cy="475488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26974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 defects found during visual or NDT inspection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82880" y="320040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182880" y="3200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3200400"/>
            <a:ext cx="3182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324612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is broken and cannot be re-established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374904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182880" y="37490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3749040"/>
            <a:ext cx="3182112" cy="475488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379476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CFSI suspect item is identified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82880" y="429768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182880" y="42976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58368" y="4297680"/>
            <a:ext cx="3182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808" y="434340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has passed a hold point without proper sign-off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82880" y="484632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182880" y="48463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58368" y="4846320"/>
            <a:ext cx="3182112" cy="475488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9808" y="48920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procedure has not been followed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82880" y="5394960"/>
            <a:ext cx="41148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182880" y="53949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58368" y="5394960"/>
            <a:ext cx="3182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4406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reports a quality issue with your delivery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297680" y="1097280"/>
            <a:ext cx="36576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2" name="Text 39"/>
          <p:cNvSpPr/>
          <p:nvPr/>
        </p:nvSpPr>
        <p:spPr>
          <a:xfrm>
            <a:off x="429768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— IN ORDER: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4297680" y="155448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4" name="Text 41"/>
          <p:cNvSpPr/>
          <p:nvPr/>
        </p:nvSpPr>
        <p:spPr>
          <a:xfrm>
            <a:off x="4297680" y="15544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321808" y="1554480"/>
            <a:ext cx="2633472" cy="47548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13248" y="160020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on the affected item immediately.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297680" y="210312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8" name="Text 45"/>
          <p:cNvSpPr/>
          <p:nvPr/>
        </p:nvSpPr>
        <p:spPr>
          <a:xfrm>
            <a:off x="4297680" y="21031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321808" y="2103120"/>
            <a:ext cx="26334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13248" y="21488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separate the NC item from conforming work.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297680" y="265176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52" name="Text 49"/>
          <p:cNvSpPr/>
          <p:nvPr/>
        </p:nvSpPr>
        <p:spPr>
          <a:xfrm>
            <a:off x="4297680" y="26517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321808" y="2651760"/>
            <a:ext cx="2633472" cy="47548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13248" y="269748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RED Non-Conforming Item tag to the item.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297680" y="320040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56" name="Text 53"/>
          <p:cNvSpPr/>
          <p:nvPr/>
        </p:nvSpPr>
        <p:spPr>
          <a:xfrm>
            <a:off x="4297680" y="320040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QM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321808" y="3200400"/>
            <a:ext cx="26334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13248" y="3246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Quality Manager within 1 hour.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297680" y="374904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0" name="Text 57"/>
          <p:cNvSpPr/>
          <p:nvPr/>
        </p:nvSpPr>
        <p:spPr>
          <a:xfrm>
            <a:off x="4297680" y="374904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NCR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321808" y="3749040"/>
            <a:ext cx="2633472" cy="47548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13248" y="379476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NCR form in QHSE-TNC-03.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297680" y="429768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4" name="Text 61"/>
          <p:cNvSpPr/>
          <p:nvPr/>
        </p:nvSpPr>
        <p:spPr>
          <a:xfrm>
            <a:off x="4297680" y="42976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321808" y="4297680"/>
            <a:ext cx="26334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13248" y="434340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 notifies customer within 24hrs for QC1/QC2.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4297680" y="484632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8" name="Text 65"/>
          <p:cNvSpPr/>
          <p:nvPr/>
        </p:nvSpPr>
        <p:spPr>
          <a:xfrm>
            <a:off x="4297680" y="48463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321808" y="4846320"/>
            <a:ext cx="2633472" cy="47548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413248" y="48920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rework, scrap, or release without QM written disposition.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97680" y="5394960"/>
            <a:ext cx="960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2" name="Text 69"/>
          <p:cNvSpPr/>
          <p:nvPr/>
        </p:nvSpPr>
        <p:spPr>
          <a:xfrm>
            <a:off x="4297680" y="53949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5321808" y="5394960"/>
            <a:ext cx="26334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413248" y="544068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 completed and verified by QM.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8412480" y="1097280"/>
            <a:ext cx="356616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76" name="Text 73"/>
          <p:cNvSpPr/>
          <p:nvPr/>
        </p:nvSpPr>
        <p:spPr>
          <a:xfrm>
            <a:off x="8412480" y="1097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 THIS: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8412480" y="155448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78" name="Text 75"/>
          <p:cNvSpPr/>
          <p:nvPr/>
        </p:nvSpPr>
        <p:spPr>
          <a:xfrm>
            <a:off x="8412480" y="15544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8887968" y="1554480"/>
            <a:ext cx="3090672" cy="475488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979408" y="160020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working on a NC item without a disposition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8412480" y="210312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2" name="Text 79"/>
          <p:cNvSpPr/>
          <p:nvPr/>
        </p:nvSpPr>
        <p:spPr>
          <a:xfrm>
            <a:off x="8412480" y="21031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8887968" y="2103120"/>
            <a:ext cx="3090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979408" y="214884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a NC item without QM approval (destroys evidence)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8412480" y="265176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6" name="Text 83"/>
          <p:cNvSpPr/>
          <p:nvPr/>
        </p:nvSpPr>
        <p:spPr>
          <a:xfrm>
            <a:off x="8412480" y="26517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8887968" y="2651760"/>
            <a:ext cx="3090672" cy="475488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8979408" y="269748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without QM approval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8412480" y="320040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0" name="Text 87"/>
          <p:cNvSpPr/>
          <p:nvPr/>
        </p:nvSpPr>
        <p:spPr>
          <a:xfrm>
            <a:off x="8412480" y="3200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91" name="Shape 88"/>
          <p:cNvSpPr/>
          <p:nvPr/>
        </p:nvSpPr>
        <p:spPr>
          <a:xfrm>
            <a:off x="8887968" y="3200400"/>
            <a:ext cx="3090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979408" y="324612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 NC item informally without raising an NCR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8412480" y="374904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4" name="Text 91"/>
          <p:cNvSpPr/>
          <p:nvPr/>
        </p:nvSpPr>
        <p:spPr>
          <a:xfrm>
            <a:off x="8412480" y="37490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95" name="Shape 92"/>
          <p:cNvSpPr/>
          <p:nvPr/>
        </p:nvSpPr>
        <p:spPr>
          <a:xfrm>
            <a:off x="8887968" y="3749040"/>
            <a:ext cx="3090672" cy="475488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8979408" y="379476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NC item to the customer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8412480" y="4297680"/>
            <a:ext cx="41148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8" name="Text 95"/>
          <p:cNvSpPr/>
          <p:nvPr/>
        </p:nvSpPr>
        <p:spPr>
          <a:xfrm>
            <a:off x="8412480" y="42976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99" name="Shape 96"/>
          <p:cNvSpPr/>
          <p:nvPr/>
        </p:nvSpPr>
        <p:spPr>
          <a:xfrm>
            <a:off x="8887968" y="4297680"/>
            <a:ext cx="30906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979408" y="434340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colleagues not to raise NCRs</a:t>
            </a:r>
            <a:endParaRPr lang="en-US" sz="1000" dirty="0"/>
          </a:p>
        </p:txBody>
      </p:sp>
      <p:sp>
        <p:nvSpPr>
          <p:cNvPr id="101" name="Rectangle 100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3657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RULES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45920" y="5303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MUST BE IDENTIFIABLE AT ALL TIMES  |  No ID = Quarantine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3749040" cy="42062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11155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5361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6093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material certificate matches the specification BEFORE accepting delivery.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identification to every item immediately. Log in the material register.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out CFSI inspection on every delivery.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0" y="1115568"/>
            <a:ext cx="3749040" cy="42062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1155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STORE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0" y="15361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16093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in the store must have its identification visible.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grades MUST be stored separately.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find something with no ID: quarantine it and tell your supervisor.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115568"/>
            <a:ext cx="3749040" cy="42062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11155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OFFCUTS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15361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16093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YELLOW OFFCUT TAG before moving any offcut.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must show: heat number, grade, cert reference, original job, date cut, your name.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offcuts not worth keeping: scrap immediately. Never store unlabelled.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82880" y="3630168"/>
            <a:ext cx="3749040" cy="42062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182880" y="36301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2880" y="40507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41239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traveller or job card must stay with the part at all times.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and date at every operation.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remove identification markings from WIP.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traveller goes missing: STOP and tell the Quality Manager.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14800" y="3630168"/>
            <a:ext cx="3749040" cy="42062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0" y="36301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0507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1960" y="41239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heat/batch number on the material against the certificate at every ITP hold point.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sign off traceability you cannot verify.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anything where traceability is broken.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46720" y="3630168"/>
            <a:ext cx="3749040" cy="42062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0" y="36301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DESPATCH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4050792"/>
            <a:ext cx="3749040" cy="197510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123944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LQR is complete before releasing any item.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 must be signed by the Quality Manager.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despatch any item without a signed Certificate of Conformity.</a:t>
            </a:r>
            <a:endParaRPr lang="en-US" sz="1050" dirty="0"/>
          </a:p>
        </p:txBody>
      </p:sp>
      <p:sp>
        <p:nvSpPr>
          <p:cNvPr id="31" name="Rectangle 30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D87EF9-3D60-4285-BA27-3038EE02974F}"/>
</file>

<file path=customXml/itemProps2.xml><?xml version="1.0" encoding="utf-8"?>
<ds:datastoreItem xmlns:ds="http://schemas.openxmlformats.org/officeDocument/2006/customXml" ds:itemID="{A92D7F96-2820-49E9-A334-3927AB7F0B2A}"/>
</file>

<file path=customXml/itemProps3.xml><?xml version="1.0" encoding="utf-8"?>
<ds:datastoreItem xmlns:ds="http://schemas.openxmlformats.org/officeDocument/2006/customXml" ds:itemID="{D50558BA-6FB6-4F74-ADFE-EC569C9B20A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SUPP-02 Shop Floor Posters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