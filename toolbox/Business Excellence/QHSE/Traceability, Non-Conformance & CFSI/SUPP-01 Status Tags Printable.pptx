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1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12" Type="http://schemas.openxmlformats.org/officeDocument/2006/relationships/customXml" Target="../customXml/item3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openxmlformats.org/officeDocument/2006/relationships/customXml" Target="../customXml/item2.xml"/><Relationship Id="rId5" Type="http://schemas.openxmlformats.org/officeDocument/2006/relationships/notesMaster" Target="notesMasters/notesMaster1.xml"/><Relationship Id="rId10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Relationship Id="rId5" Type="http://schemas.openxmlformats.org/officeDocument/2006/relationships/image" Target="../media/image1.png"/><Relationship Id="rId6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Relationship Id="rId5" Type="http://schemas.openxmlformats.org/officeDocument/2006/relationships/image" Target="../media/image1.png"/><Relationship Id="rId6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Relationship Id="rId5" Type="http://schemas.openxmlformats.org/officeDocument/2006/relationships/image" Target="../media/image1.png"/><Relationship Id="rId6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4942332"/>
            <a:ext cx="8778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 AND LAMINATE  |  Cut along outer border  |  Attach securely to item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182880" y="137160"/>
            <a:ext cx="4206240" cy="4846320"/>
          </a:xfrm>
          <a:prstGeom prst="rect">
            <a:avLst/>
          </a:prstGeom>
          <a:solidFill>
            <a:srgbClr val="FFFFFF"/>
          </a:solidFill>
          <a:ln w="50800">
            <a:solidFill>
              <a:srgbClr val="CC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" y="137160"/>
            <a:ext cx="4206240" cy="123444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92608" y="210312"/>
            <a:ext cx="398678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NON-CONFORMING ITEM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92608" y="777240"/>
            <a:ext cx="3986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 USE  |  DO NOT MOVE WITHOUT QM AUTHORISATION</a:t>
            </a:r>
            <a:endParaRPr lang="en-US" sz="13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08960" y="4434840"/>
            <a:ext cx="109728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20040" y="146304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NCR Reference Number: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20040" y="1883664"/>
            <a:ext cx="3931920" cy="0"/>
          </a:xfrm>
          <a:prstGeom prst="line">
            <a:avLst/>
          </a:prstGeom>
          <a:noFill/>
          <a:ln w="9525">
            <a:solidFill>
              <a:srgbClr val="99999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20040" y="202996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/ Item Description: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20040" y="2450592"/>
            <a:ext cx="3931920" cy="0"/>
          </a:xfrm>
          <a:prstGeom prst="line">
            <a:avLst/>
          </a:prstGeom>
          <a:noFill/>
          <a:ln w="9525">
            <a:solidFill>
              <a:srgbClr val="99999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20040" y="259689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 / Order Reference: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20040" y="3017520"/>
            <a:ext cx="3931920" cy="0"/>
          </a:xfrm>
          <a:prstGeom prst="line">
            <a:avLst/>
          </a:prstGeom>
          <a:noFill/>
          <a:ln w="9525">
            <a:solidFill>
              <a:srgbClr val="99999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20040" y="316382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 Raised: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320040" y="3584448"/>
            <a:ext cx="3931920" cy="0"/>
          </a:xfrm>
          <a:prstGeom prst="line">
            <a:avLst/>
          </a:prstGeom>
          <a:noFill/>
          <a:ln w="9525">
            <a:solidFill>
              <a:srgbClr val="99999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20040" y="373075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Raised By (Name):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320040" y="4151376"/>
            <a:ext cx="3931920" cy="0"/>
          </a:xfrm>
          <a:prstGeom prst="line">
            <a:avLst/>
          </a:prstGeom>
          <a:noFill/>
          <a:ln w="9525">
            <a:solidFill>
              <a:srgbClr val="99999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20040" y="429768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 (Quarantine Area):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320040" y="4718304"/>
            <a:ext cx="3931920" cy="0"/>
          </a:xfrm>
          <a:prstGeom prst="line">
            <a:avLst/>
          </a:prstGeom>
          <a:noFill/>
          <a:ln w="9525">
            <a:solidFill>
              <a:srgbClr val="999999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82880" y="4453128"/>
            <a:ext cx="4206240" cy="530352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74320" y="4471416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QUARANTINE: Item must not be used, reworked, or released without written QM disposition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4754880" y="137160"/>
            <a:ext cx="4206240" cy="4846320"/>
          </a:xfrm>
          <a:prstGeom prst="rect">
            <a:avLst/>
          </a:prstGeom>
          <a:solidFill>
            <a:srgbClr val="FFFFFF"/>
          </a:solidFill>
          <a:ln w="50800">
            <a:solidFill>
              <a:srgbClr val="CC880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754880" y="137160"/>
            <a:ext cx="4206240" cy="1234440"/>
          </a:xfrm>
          <a:prstGeom prst="rect">
            <a:avLst/>
          </a:prstGeom>
          <a:solidFill>
            <a:srgbClr val="CC8800"/>
          </a:solidFill>
          <a:ln w="12700">
            <a:solidFill>
              <a:srgbClr val="CC880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864608" y="210312"/>
            <a:ext cx="398678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RETAINED OFFCUT</a:t>
            </a:r>
            <a:endParaRPr lang="en-US" sz="2600" dirty="0"/>
          </a:p>
        </p:txBody>
      </p:sp>
      <p:sp>
        <p:nvSpPr>
          <p:cNvPr id="26" name="Text 23"/>
          <p:cNvSpPr/>
          <p:nvPr/>
        </p:nvSpPr>
        <p:spPr>
          <a:xfrm>
            <a:off x="4864608" y="777240"/>
            <a:ext cx="3986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TRACEABILITY MAINTAINED  |  Attach before moving</a:t>
            </a:r>
            <a:endParaRPr lang="en-US" sz="1300" dirty="0"/>
          </a:p>
        </p:txBody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4434840"/>
            <a:ext cx="1097280" cy="365760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4892040" y="146304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Original Material Reference:</a:t>
            </a:r>
            <a:endParaRPr lang="en-US" sz="1000" dirty="0"/>
          </a:p>
        </p:txBody>
      </p:sp>
      <p:sp>
        <p:nvSpPr>
          <p:cNvPr id="29" name="Shape 25"/>
          <p:cNvSpPr/>
          <p:nvPr/>
        </p:nvSpPr>
        <p:spPr>
          <a:xfrm>
            <a:off x="4892040" y="1883664"/>
            <a:ext cx="3931920" cy="0"/>
          </a:xfrm>
          <a:prstGeom prst="line">
            <a:avLst/>
          </a:prstGeom>
          <a:noFill/>
          <a:ln w="9525">
            <a:solidFill>
              <a:srgbClr val="999999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4892040" y="202996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 Grade / Specification:</a:t>
            </a:r>
            <a:endParaRPr lang="en-US" sz="1000" dirty="0"/>
          </a:p>
        </p:txBody>
      </p:sp>
      <p:sp>
        <p:nvSpPr>
          <p:cNvPr id="31" name="Shape 27"/>
          <p:cNvSpPr/>
          <p:nvPr/>
        </p:nvSpPr>
        <p:spPr>
          <a:xfrm>
            <a:off x="4892040" y="2450592"/>
            <a:ext cx="3931920" cy="0"/>
          </a:xfrm>
          <a:prstGeom prst="line">
            <a:avLst/>
          </a:prstGeom>
          <a:noFill/>
          <a:ln w="9525">
            <a:solidFill>
              <a:srgbClr val="999999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4892040" y="259689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Heat / Batch Number:</a:t>
            </a:r>
            <a:endParaRPr lang="en-US" sz="1000" dirty="0"/>
          </a:p>
        </p:txBody>
      </p:sp>
      <p:sp>
        <p:nvSpPr>
          <p:cNvPr id="33" name="Shape 29"/>
          <p:cNvSpPr/>
          <p:nvPr/>
        </p:nvSpPr>
        <p:spPr>
          <a:xfrm>
            <a:off x="4892040" y="3017520"/>
            <a:ext cx="3931920" cy="0"/>
          </a:xfrm>
          <a:prstGeom prst="line">
            <a:avLst/>
          </a:prstGeom>
          <a:noFill/>
          <a:ln w="9525">
            <a:solidFill>
              <a:srgbClr val="999999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4892040" y="316382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Certificate Reference:</a:t>
            </a:r>
            <a:endParaRPr lang="en-US" sz="1000" dirty="0"/>
          </a:p>
        </p:txBody>
      </p:sp>
      <p:sp>
        <p:nvSpPr>
          <p:cNvPr id="35" name="Shape 31"/>
          <p:cNvSpPr/>
          <p:nvPr/>
        </p:nvSpPr>
        <p:spPr>
          <a:xfrm>
            <a:off x="4892040" y="3584448"/>
            <a:ext cx="3931920" cy="0"/>
          </a:xfrm>
          <a:prstGeom prst="line">
            <a:avLst/>
          </a:prstGeom>
          <a:noFill/>
          <a:ln w="9525">
            <a:solidFill>
              <a:srgbClr val="999999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4892040" y="373075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Original Item / Job Reference:</a:t>
            </a:r>
            <a:endParaRPr lang="en-US" sz="1000" dirty="0"/>
          </a:p>
        </p:txBody>
      </p:sp>
      <p:sp>
        <p:nvSpPr>
          <p:cNvPr id="37" name="Shape 33"/>
          <p:cNvSpPr/>
          <p:nvPr/>
        </p:nvSpPr>
        <p:spPr>
          <a:xfrm>
            <a:off x="4892040" y="4151376"/>
            <a:ext cx="3931920" cy="0"/>
          </a:xfrm>
          <a:prstGeom prst="line">
            <a:avLst/>
          </a:prstGeom>
          <a:noFill/>
          <a:ln w="9525">
            <a:solidFill>
              <a:srgbClr val="999999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4892040" y="429768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 Cut  |  Cut By (Name):</a:t>
            </a:r>
            <a:endParaRPr lang="en-US" sz="1000" dirty="0"/>
          </a:p>
        </p:txBody>
      </p:sp>
      <p:sp>
        <p:nvSpPr>
          <p:cNvPr id="39" name="Shape 35"/>
          <p:cNvSpPr/>
          <p:nvPr/>
        </p:nvSpPr>
        <p:spPr>
          <a:xfrm>
            <a:off x="4892040" y="4718304"/>
            <a:ext cx="3931920" cy="0"/>
          </a:xfrm>
          <a:prstGeom prst="line">
            <a:avLst/>
          </a:prstGeom>
          <a:noFill/>
          <a:ln w="9525">
            <a:solidFill>
              <a:srgbClr val="999999"/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4754880" y="4453128"/>
            <a:ext cx="4206240" cy="530352"/>
          </a:xfrm>
          <a:prstGeom prst="rect">
            <a:avLst/>
          </a:prstGeom>
          <a:solidFill>
            <a:srgbClr val="996600"/>
          </a:solidFill>
          <a:ln w="12700">
            <a:solidFill>
              <a:srgbClr val="996600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4846320" y="4471416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offcut must remain identified at all times. Loss of ID = quarantine immediately</a:t>
            </a:r>
            <a:endParaRPr lang="en-US" sz="950" dirty="0"/>
          </a:p>
        </p:txBody>
      </p:sp>
      <p:sp>
        <p:nvSpPr>
          <p:cNvPr id="42" name="Rectangle 41"/>
          <p:cNvSpPr/>
          <p:nvPr/>
        </p:nvSpPr>
        <p:spPr>
          <a:xfrm>
            <a:off x="10564368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10088" y="100584"/>
            <a:ext cx="566928" cy="347472"/>
          </a:xfrm>
          <a:prstGeom prst="rect">
            <a:avLst/>
          </a:prstGeom>
        </p:spPr>
      </p:pic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22736" y="100584"/>
            <a:ext cx="658368" cy="347472"/>
          </a:xfrm>
          <a:prstGeom prst="rect">
            <a:avLst/>
          </a:prstGeom>
        </p:spPr>
      </p:pic>
      <p:sp>
        <p:nvSpPr>
          <p:cNvPr id="45" name="Rectangle 44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4942332"/>
            <a:ext cx="8778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 AND LAMINATE  |  Cut along outer border  |  Attach securely to item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182880" y="137160"/>
            <a:ext cx="4206240" cy="4846320"/>
          </a:xfrm>
          <a:prstGeom prst="rect">
            <a:avLst/>
          </a:prstGeom>
          <a:solidFill>
            <a:srgbClr val="FFFFFF"/>
          </a:solidFill>
          <a:ln w="50800">
            <a:solidFill>
              <a:srgbClr val="CC44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" y="137160"/>
            <a:ext cx="4206240" cy="1234440"/>
          </a:xfrm>
          <a:prstGeom prst="rect">
            <a:avLst/>
          </a:prstGeom>
          <a:solidFill>
            <a:srgbClr val="CC4400"/>
          </a:solidFill>
          <a:ln w="12700">
            <a:solidFill>
              <a:srgbClr val="CC44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92608" y="210312"/>
            <a:ext cx="398678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CFSI SUSPECT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92608" y="777240"/>
            <a:ext cx="3986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COUNTERFEIT / FRAUDULENT / SUSPECT ITEM</a:t>
            </a:r>
            <a:endParaRPr lang="en-US" sz="13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08960" y="4434840"/>
            <a:ext cx="109728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20040" y="146304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Item Description: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20040" y="1883664"/>
            <a:ext cx="3931920" cy="0"/>
          </a:xfrm>
          <a:prstGeom prst="line">
            <a:avLst/>
          </a:prstGeom>
          <a:noFill/>
          <a:ln w="9525">
            <a:solidFill>
              <a:srgbClr val="99999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20040" y="202996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Supplier / Source: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20040" y="2450592"/>
            <a:ext cx="3931920" cy="0"/>
          </a:xfrm>
          <a:prstGeom prst="line">
            <a:avLst/>
          </a:prstGeom>
          <a:noFill/>
          <a:ln w="9525">
            <a:solidFill>
              <a:srgbClr val="99999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20040" y="259689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 / Lot Number: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20040" y="3017520"/>
            <a:ext cx="3931920" cy="0"/>
          </a:xfrm>
          <a:prstGeom prst="line">
            <a:avLst/>
          </a:prstGeom>
          <a:noFill/>
          <a:ln w="9525">
            <a:solidFill>
              <a:srgbClr val="99999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20040" y="316382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 Received: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320040" y="3584448"/>
            <a:ext cx="3931920" cy="0"/>
          </a:xfrm>
          <a:prstGeom prst="line">
            <a:avLst/>
          </a:prstGeom>
          <a:noFill/>
          <a:ln w="9525">
            <a:solidFill>
              <a:srgbClr val="99999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20040" y="373075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 for Suspicion: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320040" y="4151376"/>
            <a:ext cx="3931920" cy="0"/>
          </a:xfrm>
          <a:prstGeom prst="line">
            <a:avLst/>
          </a:prstGeom>
          <a:noFill/>
          <a:ln w="9525">
            <a:solidFill>
              <a:srgbClr val="999999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20040" y="4407408"/>
            <a:ext cx="3931920" cy="0"/>
          </a:xfrm>
          <a:prstGeom prst="line">
            <a:avLst/>
          </a:prstGeom>
          <a:noFill/>
          <a:ln w="9525">
            <a:solidFill>
              <a:srgbClr val="999999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20040" y="455371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Reported By (Name):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320040" y="4974336"/>
            <a:ext cx="3931920" cy="0"/>
          </a:xfrm>
          <a:prstGeom prst="line">
            <a:avLst/>
          </a:prstGeom>
          <a:noFill/>
          <a:ln w="9525">
            <a:solidFill>
              <a:srgbClr val="999999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82880" y="4453128"/>
            <a:ext cx="4206240" cy="530352"/>
          </a:xfrm>
          <a:prstGeom prst="rect">
            <a:avLst/>
          </a:prstGeom>
          <a:solidFill>
            <a:srgbClr val="992200"/>
          </a:solidFill>
          <a:ln w="12700">
            <a:solidFill>
              <a:srgbClr val="99220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274320" y="4471416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NOTIFY QUALITY MANAGER IMMEDIATELY. Do not use. Do not return to supplier. Lock in CFSI store.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4754880" y="137160"/>
            <a:ext cx="4206240" cy="4846320"/>
          </a:xfrm>
          <a:prstGeom prst="rect">
            <a:avLst/>
          </a:prstGeom>
          <a:solidFill>
            <a:srgbClr val="FFFFFF"/>
          </a:solidFill>
          <a:ln w="50800">
            <a:solidFill>
              <a:srgbClr val="005B8E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754880" y="137160"/>
            <a:ext cx="4206240" cy="1234440"/>
          </a:xfrm>
          <a:prstGeom prst="rect">
            <a:avLst/>
          </a:prstGeom>
          <a:solidFill>
            <a:srgbClr val="005B8E"/>
          </a:solidFill>
          <a:ln w="12700">
            <a:solidFill>
              <a:srgbClr val="005B8E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864608" y="210312"/>
            <a:ext cx="398678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AWAITING INSPECTION</a:t>
            </a:r>
            <a:endParaRPr lang="en-US" sz="2600" dirty="0"/>
          </a:p>
        </p:txBody>
      </p:sp>
      <p:sp>
        <p:nvSpPr>
          <p:cNvPr id="27" name="Text 24"/>
          <p:cNvSpPr/>
          <p:nvPr/>
        </p:nvSpPr>
        <p:spPr>
          <a:xfrm>
            <a:off x="4864608" y="777240"/>
            <a:ext cx="3986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 USE UNTIL INSPECTION IS COMPLETE</a:t>
            </a:r>
            <a:endParaRPr lang="en-US" sz="1300" dirty="0"/>
          </a:p>
        </p:txBody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4434840"/>
            <a:ext cx="1097280" cy="365760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4892040" y="146304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/ Item Description:</a:t>
            </a:r>
            <a:endParaRPr lang="en-US" sz="1000" dirty="0"/>
          </a:p>
        </p:txBody>
      </p:sp>
      <p:sp>
        <p:nvSpPr>
          <p:cNvPr id="30" name="Shape 26"/>
          <p:cNvSpPr/>
          <p:nvPr/>
        </p:nvSpPr>
        <p:spPr>
          <a:xfrm>
            <a:off x="4892040" y="1883664"/>
            <a:ext cx="3931920" cy="0"/>
          </a:xfrm>
          <a:prstGeom prst="line">
            <a:avLst/>
          </a:prstGeom>
          <a:noFill/>
          <a:ln w="9525">
            <a:solidFill>
              <a:srgbClr val="999999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4892040" y="202996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 / Order Reference:</a:t>
            </a:r>
            <a:endParaRPr lang="en-US" sz="1000" dirty="0"/>
          </a:p>
        </p:txBody>
      </p:sp>
      <p:sp>
        <p:nvSpPr>
          <p:cNvPr id="32" name="Shape 28"/>
          <p:cNvSpPr/>
          <p:nvPr/>
        </p:nvSpPr>
        <p:spPr>
          <a:xfrm>
            <a:off x="4892040" y="2450592"/>
            <a:ext cx="3931920" cy="0"/>
          </a:xfrm>
          <a:prstGeom prst="line">
            <a:avLst/>
          </a:prstGeom>
          <a:noFill/>
          <a:ln w="9525">
            <a:solidFill>
              <a:srgbClr val="999999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4892040" y="259689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Inspection Type Required:</a:t>
            </a:r>
            <a:endParaRPr lang="en-US" sz="1000" dirty="0"/>
          </a:p>
        </p:txBody>
      </p:sp>
      <p:sp>
        <p:nvSpPr>
          <p:cNvPr id="34" name="Shape 30"/>
          <p:cNvSpPr/>
          <p:nvPr/>
        </p:nvSpPr>
        <p:spPr>
          <a:xfrm>
            <a:off x="4892040" y="3017520"/>
            <a:ext cx="3931920" cy="0"/>
          </a:xfrm>
          <a:prstGeom prst="line">
            <a:avLst/>
          </a:prstGeom>
          <a:noFill/>
          <a:ln w="9525">
            <a:solidFill>
              <a:srgbClr val="999999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4892040" y="316382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 Tagged:</a:t>
            </a:r>
            <a:endParaRPr lang="en-US" sz="1000" dirty="0"/>
          </a:p>
        </p:txBody>
      </p:sp>
      <p:sp>
        <p:nvSpPr>
          <p:cNvPr id="36" name="Shape 32"/>
          <p:cNvSpPr/>
          <p:nvPr/>
        </p:nvSpPr>
        <p:spPr>
          <a:xfrm>
            <a:off x="4892040" y="3584448"/>
            <a:ext cx="3931920" cy="0"/>
          </a:xfrm>
          <a:prstGeom prst="line">
            <a:avLst/>
          </a:prstGeom>
          <a:noFill/>
          <a:ln w="9525">
            <a:solidFill>
              <a:srgbClr val="999999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4892040" y="373075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Tagged By (Name):</a:t>
            </a:r>
            <a:endParaRPr lang="en-US" sz="1000" dirty="0"/>
          </a:p>
        </p:txBody>
      </p:sp>
      <p:sp>
        <p:nvSpPr>
          <p:cNvPr id="38" name="Shape 34"/>
          <p:cNvSpPr/>
          <p:nvPr/>
        </p:nvSpPr>
        <p:spPr>
          <a:xfrm>
            <a:off x="4892040" y="4151376"/>
            <a:ext cx="3931920" cy="0"/>
          </a:xfrm>
          <a:prstGeom prst="line">
            <a:avLst/>
          </a:prstGeom>
          <a:noFill/>
          <a:ln w="9525">
            <a:solidFill>
              <a:srgbClr val="999999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4892040" y="429768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Inspector Assigned:</a:t>
            </a:r>
            <a:endParaRPr lang="en-US" sz="1000" dirty="0"/>
          </a:p>
        </p:txBody>
      </p:sp>
      <p:sp>
        <p:nvSpPr>
          <p:cNvPr id="40" name="Shape 36"/>
          <p:cNvSpPr/>
          <p:nvPr/>
        </p:nvSpPr>
        <p:spPr>
          <a:xfrm>
            <a:off x="4892040" y="4718304"/>
            <a:ext cx="3931920" cy="0"/>
          </a:xfrm>
          <a:prstGeom prst="line">
            <a:avLst/>
          </a:prstGeom>
          <a:noFill/>
          <a:ln w="9525">
            <a:solidFill>
              <a:srgbClr val="999999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4754880" y="4453128"/>
            <a:ext cx="4206240" cy="530352"/>
          </a:xfrm>
          <a:prstGeom prst="rect">
            <a:avLst/>
          </a:prstGeom>
          <a:solidFill>
            <a:srgbClr val="004070"/>
          </a:solidFill>
          <a:ln w="12700">
            <a:solidFill>
              <a:srgbClr val="004070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4846320" y="4471416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Item must not be used, moved to finished goods, or despatched until inspector signs release</a:t>
            </a:r>
            <a:endParaRPr lang="en-US" sz="950" dirty="0"/>
          </a:p>
        </p:txBody>
      </p:sp>
      <p:sp>
        <p:nvSpPr>
          <p:cNvPr id="43" name="Rectangle 42"/>
          <p:cNvSpPr/>
          <p:nvPr/>
        </p:nvSpPr>
        <p:spPr>
          <a:xfrm>
            <a:off x="10564368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10088" y="100584"/>
            <a:ext cx="566928" cy="347472"/>
          </a:xfrm>
          <a:prstGeom prst="rect">
            <a:avLst/>
          </a:prstGeom>
        </p:spPr>
      </p:pic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22736" y="100584"/>
            <a:ext cx="658368" cy="347472"/>
          </a:xfrm>
          <a:prstGeom prst="rect">
            <a:avLst/>
          </a:prstGeom>
        </p:spPr>
      </p:pic>
      <p:sp>
        <p:nvSpPr>
          <p:cNvPr id="46" name="Rectangle 45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4942332"/>
            <a:ext cx="8778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 AND LAMINATE  |  Cut along outer border  |  Attach securely to item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182880" y="137160"/>
            <a:ext cx="4206240" cy="4846320"/>
          </a:xfrm>
          <a:prstGeom prst="rect">
            <a:avLst/>
          </a:prstGeom>
          <a:solidFill>
            <a:srgbClr val="FFFFFF"/>
          </a:solidFill>
          <a:ln w="50800">
            <a:solidFill>
              <a:srgbClr val="2E7D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" y="137160"/>
            <a:ext cx="4206240" cy="12344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92608" y="210312"/>
            <a:ext cx="398678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INSPECTED AND RELEASED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92608" y="777240"/>
            <a:ext cx="3986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item has passed all required inspection and is cleared for use / despatch</a:t>
            </a:r>
            <a:endParaRPr lang="en-US" sz="13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08960" y="4434840"/>
            <a:ext cx="109728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20040" y="146304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/ Item Description: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20040" y="1883664"/>
            <a:ext cx="3931920" cy="0"/>
          </a:xfrm>
          <a:prstGeom prst="line">
            <a:avLst/>
          </a:prstGeom>
          <a:noFill/>
          <a:ln w="9525">
            <a:solidFill>
              <a:srgbClr val="99999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20040" y="202996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 / Order Reference: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20040" y="2450592"/>
            <a:ext cx="3931920" cy="0"/>
          </a:xfrm>
          <a:prstGeom prst="line">
            <a:avLst/>
          </a:prstGeom>
          <a:noFill/>
          <a:ln w="9525">
            <a:solidFill>
              <a:srgbClr val="99999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20040" y="259689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Drawing Number / Revision: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20040" y="3017520"/>
            <a:ext cx="3931920" cy="0"/>
          </a:xfrm>
          <a:prstGeom prst="line">
            <a:avLst/>
          </a:prstGeom>
          <a:noFill/>
          <a:ln w="9525">
            <a:solidFill>
              <a:srgbClr val="99999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20040" y="316382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ITP Activity Reference: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320040" y="3584448"/>
            <a:ext cx="3931920" cy="0"/>
          </a:xfrm>
          <a:prstGeom prst="line">
            <a:avLst/>
          </a:prstGeom>
          <a:noFill/>
          <a:ln w="9525">
            <a:solidFill>
              <a:srgbClr val="99999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20040" y="373075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Inspector Name: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320040" y="4151376"/>
            <a:ext cx="3931920" cy="0"/>
          </a:xfrm>
          <a:prstGeom prst="line">
            <a:avLst/>
          </a:prstGeom>
          <a:noFill/>
          <a:ln w="9525">
            <a:solidFill>
              <a:srgbClr val="99999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20040" y="429768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 Released  |  Signature: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320040" y="4718304"/>
            <a:ext cx="3931920" cy="0"/>
          </a:xfrm>
          <a:prstGeom prst="line">
            <a:avLst/>
          </a:prstGeom>
          <a:noFill/>
          <a:ln w="9525">
            <a:solidFill>
              <a:srgbClr val="999999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82880" y="4453128"/>
            <a:ext cx="4206240" cy="530352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74320" y="4471416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Released by Quality Inspector. Any subsequent damage or modification invalidates this tag.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4754880" y="137160"/>
            <a:ext cx="4206240" cy="4846320"/>
          </a:xfrm>
          <a:prstGeom prst="rect">
            <a:avLst/>
          </a:prstGeom>
          <a:solidFill>
            <a:srgbClr val="FFFFFF"/>
          </a:solidFill>
          <a:ln w="50800">
            <a:solidFill>
              <a:srgbClr val="83348F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754880" y="137160"/>
            <a:ext cx="4206240" cy="1234440"/>
          </a:xfrm>
          <a:prstGeom prst="rect">
            <a:avLst/>
          </a:prstGeom>
          <a:solidFill>
            <a:srgbClr val="83348F"/>
          </a:solidFill>
          <a:ln w="12700">
            <a:solidFill>
              <a:srgbClr val="83348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864608" y="210312"/>
            <a:ext cx="398678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 POINT</a:t>
            </a:r>
            <a:endParaRPr lang="en-US" sz="2600" dirty="0"/>
          </a:p>
        </p:txBody>
      </p:sp>
      <p:sp>
        <p:nvSpPr>
          <p:cNvPr id="26" name="Text 23"/>
          <p:cNvSpPr/>
          <p:nvPr/>
        </p:nvSpPr>
        <p:spPr>
          <a:xfrm>
            <a:off x="4864608" y="777240"/>
            <a:ext cx="3986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MUST STOP  |  DO NOT PROCEED</a:t>
            </a:r>
            <a:endParaRPr lang="en-US" sz="1300" dirty="0"/>
          </a:p>
        </p:txBody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4434840"/>
            <a:ext cx="1097280" cy="365760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4892040" y="146304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 / Order Reference:</a:t>
            </a:r>
            <a:endParaRPr lang="en-US" sz="1000" dirty="0"/>
          </a:p>
        </p:txBody>
      </p:sp>
      <p:sp>
        <p:nvSpPr>
          <p:cNvPr id="29" name="Shape 25"/>
          <p:cNvSpPr/>
          <p:nvPr/>
        </p:nvSpPr>
        <p:spPr>
          <a:xfrm>
            <a:off x="4892040" y="1883664"/>
            <a:ext cx="3931920" cy="0"/>
          </a:xfrm>
          <a:prstGeom prst="line">
            <a:avLst/>
          </a:prstGeom>
          <a:noFill/>
          <a:ln w="9525">
            <a:solidFill>
              <a:srgbClr val="999999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4892040" y="202996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ITP Activity Reference:</a:t>
            </a:r>
            <a:endParaRPr lang="en-US" sz="1000" dirty="0"/>
          </a:p>
        </p:txBody>
      </p:sp>
      <p:sp>
        <p:nvSpPr>
          <p:cNvPr id="31" name="Shape 27"/>
          <p:cNvSpPr/>
          <p:nvPr/>
        </p:nvSpPr>
        <p:spPr>
          <a:xfrm>
            <a:off x="4892040" y="2450592"/>
            <a:ext cx="3931920" cy="0"/>
          </a:xfrm>
          <a:prstGeom prst="line">
            <a:avLst/>
          </a:prstGeom>
          <a:noFill/>
          <a:ln w="9525">
            <a:solidFill>
              <a:srgbClr val="999999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4892040" y="259689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 Point Description:</a:t>
            </a:r>
            <a:endParaRPr lang="en-US" sz="1000" dirty="0"/>
          </a:p>
        </p:txBody>
      </p:sp>
      <p:sp>
        <p:nvSpPr>
          <p:cNvPr id="33" name="Shape 29"/>
          <p:cNvSpPr/>
          <p:nvPr/>
        </p:nvSpPr>
        <p:spPr>
          <a:xfrm>
            <a:off x="4892040" y="3017520"/>
            <a:ext cx="3931920" cy="0"/>
          </a:xfrm>
          <a:prstGeom prst="line">
            <a:avLst/>
          </a:prstGeom>
          <a:noFill/>
          <a:ln w="9525">
            <a:solidFill>
              <a:srgbClr val="999999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4892040" y="316382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Notified (Date):</a:t>
            </a:r>
            <a:endParaRPr lang="en-US" sz="1000" dirty="0"/>
          </a:p>
        </p:txBody>
      </p:sp>
      <p:sp>
        <p:nvSpPr>
          <p:cNvPr id="35" name="Shape 31"/>
          <p:cNvSpPr/>
          <p:nvPr/>
        </p:nvSpPr>
        <p:spPr>
          <a:xfrm>
            <a:off x="4892040" y="3584448"/>
            <a:ext cx="3931920" cy="0"/>
          </a:xfrm>
          <a:prstGeom prst="line">
            <a:avLst/>
          </a:prstGeom>
          <a:noFill/>
          <a:ln w="9525">
            <a:solidFill>
              <a:srgbClr val="999999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4892040" y="373075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QR Name:</a:t>
            </a:r>
            <a:endParaRPr lang="en-US" sz="1000" dirty="0"/>
          </a:p>
        </p:txBody>
      </p:sp>
      <p:sp>
        <p:nvSpPr>
          <p:cNvPr id="37" name="Shape 33"/>
          <p:cNvSpPr/>
          <p:nvPr/>
        </p:nvSpPr>
        <p:spPr>
          <a:xfrm>
            <a:off x="4892040" y="4151376"/>
            <a:ext cx="3931920" cy="0"/>
          </a:xfrm>
          <a:prstGeom prst="line">
            <a:avLst/>
          </a:prstGeom>
          <a:noFill/>
          <a:ln w="9525">
            <a:solidFill>
              <a:srgbClr val="999999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4892040" y="429768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 Off Required By:</a:t>
            </a:r>
            <a:endParaRPr lang="en-US" sz="1000" dirty="0"/>
          </a:p>
        </p:txBody>
      </p:sp>
      <p:sp>
        <p:nvSpPr>
          <p:cNvPr id="39" name="Shape 35"/>
          <p:cNvSpPr/>
          <p:nvPr/>
        </p:nvSpPr>
        <p:spPr>
          <a:xfrm>
            <a:off x="4892040" y="4718304"/>
            <a:ext cx="3931920" cy="0"/>
          </a:xfrm>
          <a:prstGeom prst="line">
            <a:avLst/>
          </a:prstGeom>
          <a:noFill/>
          <a:ln w="9525">
            <a:solidFill>
              <a:srgbClr val="999999"/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4754880" y="4453128"/>
            <a:ext cx="4206240" cy="530352"/>
          </a:xfrm>
          <a:prstGeom prst="rect">
            <a:avLst/>
          </a:prstGeom>
          <a:solidFill>
            <a:srgbClr val="5B1060"/>
          </a:solidFill>
          <a:ln w="12700">
            <a:solidFill>
              <a:srgbClr val="5B1060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4846320" y="4471416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SHALL NOT proceed past this point until signed off by Inspector AND Customer QR (where required)</a:t>
            </a:r>
            <a:endParaRPr lang="en-US" sz="950" dirty="0"/>
          </a:p>
        </p:txBody>
      </p:sp>
      <p:sp>
        <p:nvSpPr>
          <p:cNvPr id="42" name="Rectangle 41"/>
          <p:cNvSpPr/>
          <p:nvPr/>
        </p:nvSpPr>
        <p:spPr>
          <a:xfrm>
            <a:off x="10564368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10088" y="100584"/>
            <a:ext cx="566928" cy="347472"/>
          </a:xfrm>
          <a:prstGeom prst="rect">
            <a:avLst/>
          </a:prstGeom>
        </p:spPr>
      </p:pic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22736" y="100584"/>
            <a:ext cx="658368" cy="347472"/>
          </a:xfrm>
          <a:prstGeom prst="rect">
            <a:avLst/>
          </a:prstGeom>
        </p:spPr>
      </p:pic>
      <p:sp>
        <p:nvSpPr>
          <p:cNvPr id="45" name="Rectangle 44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453F6056AA6464A99729F79B34ECED9" ma:contentTypeVersion="15" ma:contentTypeDescription="Create a new document." ma:contentTypeScope="" ma:versionID="5f61f7f6e9ac7af992ae58f204f4a905">
  <xsd:schema xmlns:xsd="http://www.w3.org/2001/XMLSchema" xmlns:xs="http://www.w3.org/2001/XMLSchema" xmlns:p="http://schemas.microsoft.com/office/2006/metadata/properties" xmlns:ns2="ecb9c8fd-b149-4da5-ae47-4cb2a6f921f7" xmlns:ns3="a57c75ee-0d51-4c06-b83a-21883992ef88" targetNamespace="http://schemas.microsoft.com/office/2006/metadata/properties" ma:root="true" ma:fieldsID="5bd49160a10d99efc7c2a57519ff9fe8" ns2:_="" ns3:_="">
    <xsd:import namespace="ecb9c8fd-b149-4da5-ae47-4cb2a6f921f7"/>
    <xsd:import namespace="a57c75ee-0d51-4c06-b83a-21883992ef88"/>
    <xsd:element name="properties">
      <xsd:complexType>
        <xsd:sequence>
          <xsd:element name="documentManagement">
            <xsd:complexType>
              <xsd:all>
                <xsd:element ref="ns2:MigrationSourceID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DateTaken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BillingMetadata" minOccurs="0"/>
                <xsd:element ref="ns3:lcf76f155ced4ddcb4097134ff3c332f" minOccurs="0"/>
                <xsd:element ref="ns2:TaxCatchAll" minOccurs="0"/>
                <xsd:element ref="ns3:MediaServiceOCR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cb9c8fd-b149-4da5-ae47-4cb2a6f921f7" elementFormDefault="qualified">
    <xsd:import namespace="http://schemas.microsoft.com/office/2006/documentManagement/types"/>
    <xsd:import namespace="http://schemas.microsoft.com/office/infopath/2007/PartnerControls"/>
    <xsd:element name="MigrationSourceID" ma:index="8" nillable="true" ma:displayName="MigrationSourceID" ma:internalName="MigrationSourceID" ma:readOnly="true">
      <xsd:simpleType>
        <xsd:restriction base="dms:Text"/>
      </xsd:simpleType>
    </xsd:element>
    <xsd:element name="TaxCatchAll" ma:index="20" nillable="true" ma:displayName="Taxonomy Catch All Column" ma:hidden="true" ma:list="{3bbffa37-1fb4-4f8b-a66f-2651692f13f0}" ma:internalName="TaxCatchAll" ma:showField="CatchAllData" ma:web="ecb9c8fd-b149-4da5-ae47-4cb2a6f921f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57c75ee-0d51-4c06-b83a-21883992ef8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7" nillable="true" ma:displayName="MediaServiceBillingMetadata" ma:hidden="true" ma:internalName="MediaServiceBillingMetadata" ma:readOnly="true">
      <xsd:simpleType>
        <xsd:restriction base="dms:Note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c323488a-041b-479c-b98c-53326eeb9fc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cb9c8fd-b149-4da5-ae47-4cb2a6f921f7" xsi:nil="true"/>
    <lcf76f155ced4ddcb4097134ff3c332f xmlns="a57c75ee-0d51-4c06-b83a-21883992ef88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58B01DF6-F042-4BE2-AD6D-DFA93B0DA402}"/>
</file>

<file path=customXml/itemProps2.xml><?xml version="1.0" encoding="utf-8"?>
<ds:datastoreItem xmlns:ds="http://schemas.openxmlformats.org/officeDocument/2006/customXml" ds:itemID="{07BCA7E9-A882-44C4-8B83-53419245785A}"/>
</file>

<file path=customXml/itemProps3.xml><?xml version="1.0" encoding="utf-8"?>
<ds:datastoreItem xmlns:ds="http://schemas.openxmlformats.org/officeDocument/2006/customXml" ds:itemID="{F7FDEBB4-E2CE-4E56-BC42-313D77B9107C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SUPP-01 Status Tags Printable</dc:title>
  <dc:creator>John Hilton-Brammer</dc:creator>
  <cp:lastModifiedBy>John Hilton-Brammer</cp:lastModifiedBy>
  <dcterms:created xsi:type="dcterms:W3CDTF">2026-07-01T07:45:32Z</dcterms:created>
  <dcterms:modified xsi:type="dcterms:W3CDTF">2026-07-01T07:45:32Z</dcterms:modified>
  <cp:category>Fit For Nuclear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0x0101002453F6056AA6464A99729F79B34ECED9</vt:lpwstr>
  </property>
</Properties>
</file>