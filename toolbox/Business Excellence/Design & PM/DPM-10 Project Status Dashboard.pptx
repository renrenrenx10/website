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media/image-1-1.jpg" ContentType="image/jpg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slides/slide2.xml" ContentType="application/vnd.openxmlformats-officedocument.presentationml.slide+xml"/>
  <Override PartName="/ppt/media/image-2-1.jpg" ContentType="image/jpg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media/image-3-1.jpg" ContentType="image/jpg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media/image-4-1.jpg" ContentType="image/jpg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media/image-5-1.jpg" ContentType="image/jpg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media/image-6-1.jpg" ContentType="image/jpg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1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customXml" Target="../customXml/item3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openxmlformats.org/officeDocument/2006/relationships/customXml" Target="../customXml/item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1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Relationship Id="rId5" Type="http://schemas.openxmlformats.org/officeDocument/2006/relationships/image" Target="../media/image1.png"/><Relationship Id="rId6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3-1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Relationship Id="rId5" Type="http://schemas.openxmlformats.org/officeDocument/2006/relationships/image" Target="../media/image1.png"/><Relationship Id="rId6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1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Relationship Id="rId5" Type="http://schemas.openxmlformats.org/officeDocument/2006/relationships/image" Target="../media/image1.png"/><Relationship Id="rId6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1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Relationship Id="rId5" Type="http://schemas.openxmlformats.org/officeDocument/2006/relationships/image" Target="../media/image1.png"/><Relationship Id="rId6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1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Relationship Id="rId5" Type="http://schemas.openxmlformats.org/officeDocument/2006/relationships/image" Target="../media/image1.png"/><Relationship Id="rId6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9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pm2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47472"/>
            <a:ext cx="1920240" cy="128016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1901952"/>
            <a:ext cx="9144000" cy="640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20848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E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DPM-10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457200" y="239572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Status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457200" y="3063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CBE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457200" y="363931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E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&amp; Project Management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457200" y="4114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E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[Project Name]    |    [Reporting Period]    |    [Project Manager]    |    Issue [n]</a:t>
            </a:r>
            <a:endParaRPr lang="en-US" sz="1200" dirty="0"/>
          </a:p>
        </p:txBody>
      </p:sp>
      <p:sp>
        <p:nvSpPr>
          <p:cNvPr id="9" name="Rectangle 8"/>
          <p:cNvSpPr/>
          <p:nvPr/>
        </p:nvSpPr>
        <p:spPr>
          <a:xfrm>
            <a:off x="7516368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2088" y="100584"/>
            <a:ext cx="566928" cy="347472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4736" y="100584"/>
            <a:ext cx="658368" cy="34747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" cy="4892040"/>
          </a:xfrm>
          <a:prstGeom prst="rect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28600" y="109728"/>
            <a:ext cx="7680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9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SUMMARY</a:t>
            </a:r>
            <a:endParaRPr lang="en-US" sz="2100" dirty="0"/>
          </a:p>
        </p:txBody>
      </p:sp>
      <p:sp>
        <p:nvSpPr>
          <p:cNvPr id="9" name="Shape 5"/>
          <p:cNvSpPr/>
          <p:nvPr/>
        </p:nvSpPr>
        <p:spPr>
          <a:xfrm>
            <a:off x="182880" y="658368"/>
            <a:ext cx="1371600" cy="694944"/>
          </a:xfrm>
          <a:prstGeom prst="rect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237744" y="822960"/>
            <a:ext cx="1261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1554480" y="658368"/>
            <a:ext cx="2999232" cy="694944"/>
          </a:xfrm>
          <a:prstGeom prst="rect">
            <a:avLst/>
          </a:prstGeom>
          <a:solidFill>
            <a:srgbClr val="EBF7FD"/>
          </a:solidFill>
          <a:ln w="6350">
            <a:solidFill>
              <a:srgbClr val="BBDDEE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1627632" y="786384"/>
            <a:ext cx="28529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RAG: [        ]    On Track / At Risk / Delayed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4645152" y="658368"/>
            <a:ext cx="1371600" cy="694944"/>
          </a:xfrm>
          <a:prstGeom prst="rect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700016" y="822960"/>
            <a:ext cx="1261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6016752" y="658368"/>
            <a:ext cx="2999232" cy="694944"/>
          </a:xfrm>
          <a:prstGeom prst="rect">
            <a:avLst/>
          </a:prstGeom>
          <a:solidFill>
            <a:srgbClr val="EBF7FD"/>
          </a:solidFill>
          <a:ln w="6350">
            <a:solidFill>
              <a:srgbClr val="BBDDEE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089904" y="786384"/>
            <a:ext cx="28529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RAG: [        ]    On Budget / At Risk / Over Budget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182880" y="1463040"/>
            <a:ext cx="1371600" cy="694944"/>
          </a:xfrm>
          <a:prstGeom prst="rect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237744" y="1627632"/>
            <a:ext cx="1261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1554480" y="1463040"/>
            <a:ext cx="2999232" cy="694944"/>
          </a:xfrm>
          <a:prstGeom prst="rect">
            <a:avLst/>
          </a:prstGeom>
          <a:solidFill>
            <a:srgbClr val="EBF7FD"/>
          </a:solidFill>
          <a:ln w="6350">
            <a:solidFill>
              <a:srgbClr val="BBDDEE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1627632" y="1591056"/>
            <a:ext cx="28529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RAG: [        ]    On Track / At Risk / Issues Raised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4645152" y="1463040"/>
            <a:ext cx="1371600" cy="694944"/>
          </a:xfrm>
          <a:prstGeom prst="rect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4700016" y="1627632"/>
            <a:ext cx="1261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</a:t>
            </a:r>
            <a:endParaRPr lang="en-US" sz="1300" dirty="0"/>
          </a:p>
        </p:txBody>
      </p:sp>
      <p:sp>
        <p:nvSpPr>
          <p:cNvPr id="23" name="Shape 19"/>
          <p:cNvSpPr/>
          <p:nvPr/>
        </p:nvSpPr>
        <p:spPr>
          <a:xfrm>
            <a:off x="6016752" y="1463040"/>
            <a:ext cx="2999232" cy="694944"/>
          </a:xfrm>
          <a:prstGeom prst="rect">
            <a:avLst/>
          </a:prstGeom>
          <a:solidFill>
            <a:srgbClr val="EBF7FD"/>
          </a:solidFill>
          <a:ln w="6350">
            <a:solidFill>
              <a:srgbClr val="BBDDEE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6089904" y="1591056"/>
            <a:ext cx="28529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RAG: [        ]    Stable / Change Pending / Changed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182880" y="2340864"/>
            <a:ext cx="8750808" cy="292608"/>
          </a:xfrm>
          <a:prstGeom prst="rect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256032" y="2359152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PERIOD NARRATIVE</a:t>
            </a:r>
            <a:endParaRPr lang="en-US" sz="1000" dirty="0"/>
          </a:p>
        </p:txBody>
      </p:sp>
      <p:sp>
        <p:nvSpPr>
          <p:cNvPr id="27" name="Shape 23"/>
          <p:cNvSpPr/>
          <p:nvPr/>
        </p:nvSpPr>
        <p:spPr>
          <a:xfrm>
            <a:off x="182880" y="2651760"/>
            <a:ext cx="8750808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274320" y="2706624"/>
            <a:ext cx="8577072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[Record the key achievements this period, what the team is focused on next, and any decisions needed from leadership or the customer.]</a:t>
            </a:r>
            <a:endParaRPr lang="en-US" sz="1050" dirty="0"/>
          </a:p>
        </p:txBody>
      </p:sp>
      <p:sp>
        <p:nvSpPr>
          <p:cNvPr id="29" name="Shape 25"/>
          <p:cNvSpPr/>
          <p:nvPr/>
        </p:nvSpPr>
        <p:spPr>
          <a:xfrm>
            <a:off x="182880" y="3749040"/>
            <a:ext cx="1664208" cy="256032"/>
          </a:xfrm>
          <a:prstGeom prst="rect">
            <a:avLst/>
          </a:prstGeom>
          <a:solidFill>
            <a:srgbClr val="5B595A"/>
          </a:solidFill>
          <a:ln w="12700">
            <a:solidFill>
              <a:srgbClr val="5B595A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219456" y="3767328"/>
            <a:ext cx="1591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 Spent</a:t>
            </a:r>
            <a:endParaRPr lang="en-US" sz="800" dirty="0"/>
          </a:p>
        </p:txBody>
      </p:sp>
      <p:sp>
        <p:nvSpPr>
          <p:cNvPr id="31" name="Shape 27"/>
          <p:cNvSpPr/>
          <p:nvPr/>
        </p:nvSpPr>
        <p:spPr>
          <a:xfrm>
            <a:off x="182880" y="4005072"/>
            <a:ext cx="1664208" cy="530352"/>
          </a:xfrm>
          <a:prstGeom prst="rect">
            <a:avLst/>
          </a:prstGeom>
          <a:solidFill>
            <a:srgbClr val="EBF7FD"/>
          </a:solidFill>
          <a:ln w="6350">
            <a:solidFill>
              <a:srgbClr val="BBDDEE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219456" y="4041648"/>
            <a:ext cx="1591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9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£[x]k / £[x]k</a:t>
            </a:r>
            <a:endParaRPr lang="en-US" sz="1050" dirty="0"/>
          </a:p>
        </p:txBody>
      </p:sp>
      <p:sp>
        <p:nvSpPr>
          <p:cNvPr id="33" name="Shape 29"/>
          <p:cNvSpPr/>
          <p:nvPr/>
        </p:nvSpPr>
        <p:spPr>
          <a:xfrm>
            <a:off x="1929384" y="3749040"/>
            <a:ext cx="1664208" cy="256032"/>
          </a:xfrm>
          <a:prstGeom prst="rect">
            <a:avLst/>
          </a:prstGeom>
          <a:solidFill>
            <a:srgbClr val="5B595A"/>
          </a:solidFill>
          <a:ln w="12700">
            <a:solidFill>
              <a:srgbClr val="5B595A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1965960" y="3767328"/>
            <a:ext cx="1591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OTIF %</a:t>
            </a:r>
            <a:endParaRPr lang="en-US" sz="800" dirty="0"/>
          </a:p>
        </p:txBody>
      </p:sp>
      <p:sp>
        <p:nvSpPr>
          <p:cNvPr id="35" name="Shape 31"/>
          <p:cNvSpPr/>
          <p:nvPr/>
        </p:nvSpPr>
        <p:spPr>
          <a:xfrm>
            <a:off x="1929384" y="4005072"/>
            <a:ext cx="1664208" cy="530352"/>
          </a:xfrm>
          <a:prstGeom prst="rect">
            <a:avLst/>
          </a:prstGeom>
          <a:solidFill>
            <a:srgbClr val="EBF7FD"/>
          </a:solidFill>
          <a:ln w="6350">
            <a:solidFill>
              <a:srgbClr val="BBDDEE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1965960" y="4041648"/>
            <a:ext cx="1591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9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 ]%</a:t>
            </a:r>
            <a:endParaRPr lang="en-US" sz="1050" dirty="0"/>
          </a:p>
        </p:txBody>
      </p:sp>
      <p:sp>
        <p:nvSpPr>
          <p:cNvPr id="37" name="Shape 33"/>
          <p:cNvSpPr/>
          <p:nvPr/>
        </p:nvSpPr>
        <p:spPr>
          <a:xfrm>
            <a:off x="3675888" y="3749040"/>
            <a:ext cx="1664208" cy="256032"/>
          </a:xfrm>
          <a:prstGeom prst="rect">
            <a:avLst/>
          </a:prstGeom>
          <a:solidFill>
            <a:srgbClr val="5B595A"/>
          </a:solidFill>
          <a:ln w="12700">
            <a:solidFill>
              <a:srgbClr val="5B595A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3712464" y="3767328"/>
            <a:ext cx="1591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NCRs Open</a:t>
            </a:r>
            <a:endParaRPr lang="en-US" sz="800" dirty="0"/>
          </a:p>
        </p:txBody>
      </p:sp>
      <p:sp>
        <p:nvSpPr>
          <p:cNvPr id="39" name="Shape 35"/>
          <p:cNvSpPr/>
          <p:nvPr/>
        </p:nvSpPr>
        <p:spPr>
          <a:xfrm>
            <a:off x="3675888" y="4005072"/>
            <a:ext cx="1664208" cy="530352"/>
          </a:xfrm>
          <a:prstGeom prst="rect">
            <a:avLst/>
          </a:prstGeom>
          <a:solidFill>
            <a:srgbClr val="EBF7FD"/>
          </a:solidFill>
          <a:ln w="6350">
            <a:solidFill>
              <a:srgbClr val="BBDDEE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3712464" y="4041648"/>
            <a:ext cx="1591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9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[n]</a:t>
            </a:r>
            <a:endParaRPr lang="en-US" sz="1050" dirty="0"/>
          </a:p>
        </p:txBody>
      </p:sp>
      <p:sp>
        <p:nvSpPr>
          <p:cNvPr id="41" name="Shape 37"/>
          <p:cNvSpPr/>
          <p:nvPr/>
        </p:nvSpPr>
        <p:spPr>
          <a:xfrm>
            <a:off x="5422392" y="3749040"/>
            <a:ext cx="1664208" cy="256032"/>
          </a:xfrm>
          <a:prstGeom prst="rect">
            <a:avLst/>
          </a:prstGeom>
          <a:solidFill>
            <a:srgbClr val="5B595A"/>
          </a:solidFill>
          <a:ln w="12700">
            <a:solidFill>
              <a:srgbClr val="5B595A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5458968" y="3767328"/>
            <a:ext cx="1591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Milestones Due</a:t>
            </a:r>
            <a:endParaRPr lang="en-US" sz="800" dirty="0"/>
          </a:p>
        </p:txBody>
      </p:sp>
      <p:sp>
        <p:nvSpPr>
          <p:cNvPr id="43" name="Shape 39"/>
          <p:cNvSpPr/>
          <p:nvPr/>
        </p:nvSpPr>
        <p:spPr>
          <a:xfrm>
            <a:off x="5422392" y="4005072"/>
            <a:ext cx="1664208" cy="530352"/>
          </a:xfrm>
          <a:prstGeom prst="rect">
            <a:avLst/>
          </a:prstGeom>
          <a:solidFill>
            <a:srgbClr val="EBF7FD"/>
          </a:solidFill>
          <a:ln w="6350">
            <a:solidFill>
              <a:srgbClr val="BBDDEE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5458968" y="4041648"/>
            <a:ext cx="1591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9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[n] this period</a:t>
            </a:r>
            <a:endParaRPr lang="en-US" sz="1050" dirty="0"/>
          </a:p>
        </p:txBody>
      </p:sp>
      <p:sp>
        <p:nvSpPr>
          <p:cNvPr id="45" name="Shape 41"/>
          <p:cNvSpPr/>
          <p:nvPr/>
        </p:nvSpPr>
        <p:spPr>
          <a:xfrm>
            <a:off x="7168896" y="3749040"/>
            <a:ext cx="1664208" cy="256032"/>
          </a:xfrm>
          <a:prstGeom prst="rect">
            <a:avLst/>
          </a:prstGeom>
          <a:solidFill>
            <a:srgbClr val="5B595A"/>
          </a:solidFill>
          <a:ln w="12700">
            <a:solidFill>
              <a:srgbClr val="5B595A"/>
            </a:solidFill>
            <a:prstDash val="solid"/>
          </a:ln>
        </p:spPr>
      </p:sp>
      <p:sp>
        <p:nvSpPr>
          <p:cNvPr id="46" name="Text 42"/>
          <p:cNvSpPr/>
          <p:nvPr/>
        </p:nvSpPr>
        <p:spPr>
          <a:xfrm>
            <a:off x="7205472" y="3767328"/>
            <a:ext cx="1591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Milestone</a:t>
            </a:r>
            <a:endParaRPr lang="en-US" sz="800" dirty="0"/>
          </a:p>
        </p:txBody>
      </p:sp>
      <p:sp>
        <p:nvSpPr>
          <p:cNvPr id="47" name="Shape 43"/>
          <p:cNvSpPr/>
          <p:nvPr/>
        </p:nvSpPr>
        <p:spPr>
          <a:xfrm>
            <a:off x="7168896" y="4005072"/>
            <a:ext cx="1664208" cy="530352"/>
          </a:xfrm>
          <a:prstGeom prst="rect">
            <a:avLst/>
          </a:prstGeom>
          <a:solidFill>
            <a:srgbClr val="EBF7FD"/>
          </a:solidFill>
          <a:ln w="6350">
            <a:solidFill>
              <a:srgbClr val="BBDDEE"/>
            </a:solidFill>
            <a:prstDash val="solid"/>
          </a:ln>
        </p:spPr>
      </p:sp>
      <p:sp>
        <p:nvSpPr>
          <p:cNvPr id="48" name="Text 44"/>
          <p:cNvSpPr/>
          <p:nvPr/>
        </p:nvSpPr>
        <p:spPr>
          <a:xfrm>
            <a:off x="7205472" y="4041648"/>
            <a:ext cx="1591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9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[Date] — [name]</a:t>
            </a:r>
            <a:endParaRPr lang="en-US" sz="1050" dirty="0"/>
          </a:p>
        </p:txBody>
      </p:sp>
      <p:sp>
        <p:nvSpPr>
          <p:cNvPr id="49" name="Rectangle 48"/>
          <p:cNvSpPr/>
          <p:nvPr/>
        </p:nvSpPr>
        <p:spPr>
          <a:xfrm>
            <a:off x="7516368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62088" y="100584"/>
            <a:ext cx="566928" cy="347472"/>
          </a:xfrm>
          <a:prstGeom prst="rect">
            <a:avLst/>
          </a:prstGeom>
        </p:spPr>
      </p:pic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74736" y="100584"/>
            <a:ext cx="658368" cy="347472"/>
          </a:xfrm>
          <a:prstGeom prst="rect">
            <a:avLst/>
          </a:prstGeom>
        </p:spPr>
      </p:pic>
      <p:sp>
        <p:nvSpPr>
          <p:cNvPr id="52" name="Rectangle 51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" cy="4892040"/>
          </a:xfrm>
          <a:prstGeom prst="rect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28600" y="109728"/>
            <a:ext cx="7680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9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MILESTONE TRACKER</a:t>
            </a:r>
            <a:endParaRPr lang="en-US" sz="2100" dirty="0"/>
          </a:p>
        </p:txBody>
      </p:sp>
      <p:sp>
        <p:nvSpPr>
          <p:cNvPr id="9" name="Shape 5"/>
          <p:cNvSpPr/>
          <p:nvPr/>
        </p:nvSpPr>
        <p:spPr>
          <a:xfrm>
            <a:off x="182880" y="658368"/>
            <a:ext cx="2743200" cy="310896"/>
          </a:xfrm>
          <a:prstGeom prst="rect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228600" y="676656"/>
            <a:ext cx="2670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Milestone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2926080" y="658368"/>
            <a:ext cx="1051560" cy="310896"/>
          </a:xfrm>
          <a:prstGeom prst="rect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2971800" y="676656"/>
            <a:ext cx="978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Planned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3977640" y="658368"/>
            <a:ext cx="1051560" cy="310896"/>
          </a:xfrm>
          <a:prstGeom prst="rect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023360" y="676656"/>
            <a:ext cx="978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Forecast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5029200" y="658368"/>
            <a:ext cx="1051560" cy="310896"/>
          </a:xfrm>
          <a:prstGeom prst="rect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5074920" y="676656"/>
            <a:ext cx="978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6080760" y="658368"/>
            <a:ext cx="1234440" cy="310896"/>
          </a:xfrm>
          <a:prstGeom prst="rect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126480" y="676656"/>
            <a:ext cx="1161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7315200" y="658368"/>
            <a:ext cx="914400" cy="310896"/>
          </a:xfrm>
          <a:prstGeom prst="rect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7360920" y="676656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Variance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(days)</a:t>
            </a:r>
            <a:endParaRPr lang="en-US" sz="900" dirty="0"/>
          </a:p>
        </p:txBody>
      </p:sp>
      <p:sp>
        <p:nvSpPr>
          <p:cNvPr id="21" name="Shape 17"/>
          <p:cNvSpPr/>
          <p:nvPr/>
        </p:nvSpPr>
        <p:spPr>
          <a:xfrm>
            <a:off x="8229600" y="658368"/>
            <a:ext cx="1005840" cy="310896"/>
          </a:xfrm>
          <a:prstGeom prst="rect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8275320" y="676656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</a:t>
            </a:r>
            <a:endParaRPr lang="en-US" sz="900" dirty="0"/>
          </a:p>
        </p:txBody>
      </p:sp>
      <p:sp>
        <p:nvSpPr>
          <p:cNvPr id="23" name="Shape 19"/>
          <p:cNvSpPr/>
          <p:nvPr/>
        </p:nvSpPr>
        <p:spPr>
          <a:xfrm>
            <a:off x="9235440" y="658368"/>
            <a:ext cx="914400" cy="310896"/>
          </a:xfrm>
          <a:prstGeom prst="rect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9281160" y="676656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Comments</a:t>
            </a:r>
            <a:endParaRPr lang="en-US" sz="900" dirty="0"/>
          </a:p>
        </p:txBody>
      </p:sp>
      <p:sp>
        <p:nvSpPr>
          <p:cNvPr id="25" name="Shape 21"/>
          <p:cNvSpPr/>
          <p:nvPr/>
        </p:nvSpPr>
        <p:spPr>
          <a:xfrm>
            <a:off x="182880" y="1024128"/>
            <a:ext cx="2743200" cy="310896"/>
          </a:xfrm>
          <a:prstGeom prst="rect">
            <a:avLst/>
          </a:prstGeom>
          <a:solidFill>
            <a:srgbClr val="EBF7F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228600" y="1060704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 — Tender / contract award</a:t>
            </a:r>
            <a:endParaRPr lang="en-US" sz="850" dirty="0"/>
          </a:p>
        </p:txBody>
      </p:sp>
      <p:sp>
        <p:nvSpPr>
          <p:cNvPr id="27" name="Shape 23"/>
          <p:cNvSpPr/>
          <p:nvPr/>
        </p:nvSpPr>
        <p:spPr>
          <a:xfrm>
            <a:off x="2926080" y="1024128"/>
            <a:ext cx="1051560" cy="310896"/>
          </a:xfrm>
          <a:prstGeom prst="rect">
            <a:avLst/>
          </a:prstGeom>
          <a:solidFill>
            <a:srgbClr val="EBF7F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2971800" y="1060704"/>
            <a:ext cx="9784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850" dirty="0"/>
          </a:p>
        </p:txBody>
      </p:sp>
      <p:sp>
        <p:nvSpPr>
          <p:cNvPr id="29" name="Shape 25"/>
          <p:cNvSpPr/>
          <p:nvPr/>
        </p:nvSpPr>
        <p:spPr>
          <a:xfrm>
            <a:off x="3977640" y="1024128"/>
            <a:ext cx="1051560" cy="310896"/>
          </a:xfrm>
          <a:prstGeom prst="rect">
            <a:avLst/>
          </a:prstGeom>
          <a:solidFill>
            <a:srgbClr val="EBF7F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4023360" y="1060704"/>
            <a:ext cx="9784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850" dirty="0"/>
          </a:p>
        </p:txBody>
      </p:sp>
      <p:sp>
        <p:nvSpPr>
          <p:cNvPr id="31" name="Shape 27"/>
          <p:cNvSpPr/>
          <p:nvPr/>
        </p:nvSpPr>
        <p:spPr>
          <a:xfrm>
            <a:off x="5029200" y="1024128"/>
            <a:ext cx="1051560" cy="310896"/>
          </a:xfrm>
          <a:prstGeom prst="rect">
            <a:avLst/>
          </a:prstGeom>
          <a:solidFill>
            <a:srgbClr val="EBF7F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5074920" y="1060704"/>
            <a:ext cx="9784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850" dirty="0"/>
          </a:p>
        </p:txBody>
      </p:sp>
      <p:sp>
        <p:nvSpPr>
          <p:cNvPr id="33" name="Shape 29"/>
          <p:cNvSpPr/>
          <p:nvPr/>
        </p:nvSpPr>
        <p:spPr>
          <a:xfrm>
            <a:off x="6080760" y="1024128"/>
            <a:ext cx="1234440" cy="310896"/>
          </a:xfrm>
          <a:prstGeom prst="rect">
            <a:avLst/>
          </a:prstGeom>
          <a:solidFill>
            <a:srgbClr val="EBF7F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6126480" y="1060704"/>
            <a:ext cx="11612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Track</a:t>
            </a:r>
            <a:endParaRPr lang="en-US" sz="850" dirty="0"/>
          </a:p>
        </p:txBody>
      </p:sp>
      <p:sp>
        <p:nvSpPr>
          <p:cNvPr id="35" name="Shape 31"/>
          <p:cNvSpPr/>
          <p:nvPr/>
        </p:nvSpPr>
        <p:spPr>
          <a:xfrm>
            <a:off x="7315200" y="1024128"/>
            <a:ext cx="914400" cy="310896"/>
          </a:xfrm>
          <a:prstGeom prst="rect">
            <a:avLst/>
          </a:prstGeom>
          <a:solidFill>
            <a:srgbClr val="EBF7F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7360920" y="1060704"/>
            <a:ext cx="841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850" dirty="0"/>
          </a:p>
        </p:txBody>
      </p:sp>
      <p:sp>
        <p:nvSpPr>
          <p:cNvPr id="37" name="Shape 33"/>
          <p:cNvSpPr/>
          <p:nvPr/>
        </p:nvSpPr>
        <p:spPr>
          <a:xfrm>
            <a:off x="8229600" y="1024128"/>
            <a:ext cx="1005840" cy="310896"/>
          </a:xfrm>
          <a:prstGeom prst="rect">
            <a:avLst/>
          </a:prstGeom>
          <a:solidFill>
            <a:srgbClr val="EBF7F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8275320" y="1060704"/>
            <a:ext cx="932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850" dirty="0"/>
          </a:p>
        </p:txBody>
      </p:sp>
      <p:sp>
        <p:nvSpPr>
          <p:cNvPr id="39" name="Shape 35"/>
          <p:cNvSpPr/>
          <p:nvPr/>
        </p:nvSpPr>
        <p:spPr>
          <a:xfrm>
            <a:off x="9235440" y="1024128"/>
            <a:ext cx="914400" cy="310896"/>
          </a:xfrm>
          <a:prstGeom prst="rect">
            <a:avLst/>
          </a:prstGeom>
          <a:solidFill>
            <a:srgbClr val="EBF7F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9281160" y="1060704"/>
            <a:ext cx="841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850" dirty="0"/>
          </a:p>
        </p:txBody>
      </p:sp>
      <p:sp>
        <p:nvSpPr>
          <p:cNvPr id="41" name="Shape 37"/>
          <p:cNvSpPr/>
          <p:nvPr/>
        </p:nvSpPr>
        <p:spPr>
          <a:xfrm>
            <a:off x="182880" y="1371600"/>
            <a:ext cx="27432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228600" y="1408176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 — Project kick-off</a:t>
            </a:r>
            <a:endParaRPr lang="en-US" sz="850" dirty="0"/>
          </a:p>
        </p:txBody>
      </p:sp>
      <p:sp>
        <p:nvSpPr>
          <p:cNvPr id="43" name="Shape 39"/>
          <p:cNvSpPr/>
          <p:nvPr/>
        </p:nvSpPr>
        <p:spPr>
          <a:xfrm>
            <a:off x="2926080" y="1371600"/>
            <a:ext cx="10515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2971800" y="1408176"/>
            <a:ext cx="9784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850" dirty="0"/>
          </a:p>
        </p:txBody>
      </p:sp>
      <p:sp>
        <p:nvSpPr>
          <p:cNvPr id="45" name="Shape 41"/>
          <p:cNvSpPr/>
          <p:nvPr/>
        </p:nvSpPr>
        <p:spPr>
          <a:xfrm>
            <a:off x="3977640" y="1371600"/>
            <a:ext cx="10515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6" name="Text 42"/>
          <p:cNvSpPr/>
          <p:nvPr/>
        </p:nvSpPr>
        <p:spPr>
          <a:xfrm>
            <a:off x="4023360" y="1408176"/>
            <a:ext cx="9784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850" dirty="0"/>
          </a:p>
        </p:txBody>
      </p:sp>
      <p:sp>
        <p:nvSpPr>
          <p:cNvPr id="47" name="Shape 43"/>
          <p:cNvSpPr/>
          <p:nvPr/>
        </p:nvSpPr>
        <p:spPr>
          <a:xfrm>
            <a:off x="5029200" y="1371600"/>
            <a:ext cx="10515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8" name="Text 44"/>
          <p:cNvSpPr/>
          <p:nvPr/>
        </p:nvSpPr>
        <p:spPr>
          <a:xfrm>
            <a:off x="5074920" y="1408176"/>
            <a:ext cx="9784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850" dirty="0"/>
          </a:p>
        </p:txBody>
      </p:sp>
      <p:sp>
        <p:nvSpPr>
          <p:cNvPr id="49" name="Shape 45"/>
          <p:cNvSpPr/>
          <p:nvPr/>
        </p:nvSpPr>
        <p:spPr>
          <a:xfrm>
            <a:off x="6080760" y="1371600"/>
            <a:ext cx="123444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0" name="Text 46"/>
          <p:cNvSpPr/>
          <p:nvPr/>
        </p:nvSpPr>
        <p:spPr>
          <a:xfrm>
            <a:off x="6126480" y="1408176"/>
            <a:ext cx="11612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Track</a:t>
            </a:r>
            <a:endParaRPr lang="en-US" sz="850" dirty="0"/>
          </a:p>
        </p:txBody>
      </p:sp>
      <p:sp>
        <p:nvSpPr>
          <p:cNvPr id="51" name="Shape 47"/>
          <p:cNvSpPr/>
          <p:nvPr/>
        </p:nvSpPr>
        <p:spPr>
          <a:xfrm>
            <a:off x="7315200" y="1371600"/>
            <a:ext cx="9144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2" name="Text 48"/>
          <p:cNvSpPr/>
          <p:nvPr/>
        </p:nvSpPr>
        <p:spPr>
          <a:xfrm>
            <a:off x="7360920" y="1408176"/>
            <a:ext cx="841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850" dirty="0"/>
          </a:p>
        </p:txBody>
      </p:sp>
      <p:sp>
        <p:nvSpPr>
          <p:cNvPr id="53" name="Shape 49"/>
          <p:cNvSpPr/>
          <p:nvPr/>
        </p:nvSpPr>
        <p:spPr>
          <a:xfrm>
            <a:off x="8229600" y="1371600"/>
            <a:ext cx="100584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4" name="Text 50"/>
          <p:cNvSpPr/>
          <p:nvPr/>
        </p:nvSpPr>
        <p:spPr>
          <a:xfrm>
            <a:off x="8275320" y="1408176"/>
            <a:ext cx="932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850" dirty="0"/>
          </a:p>
        </p:txBody>
      </p:sp>
      <p:sp>
        <p:nvSpPr>
          <p:cNvPr id="55" name="Shape 51"/>
          <p:cNvSpPr/>
          <p:nvPr/>
        </p:nvSpPr>
        <p:spPr>
          <a:xfrm>
            <a:off x="9235440" y="1371600"/>
            <a:ext cx="9144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6" name="Text 52"/>
          <p:cNvSpPr/>
          <p:nvPr/>
        </p:nvSpPr>
        <p:spPr>
          <a:xfrm>
            <a:off x="9281160" y="1408176"/>
            <a:ext cx="841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850" dirty="0"/>
          </a:p>
        </p:txBody>
      </p:sp>
      <p:sp>
        <p:nvSpPr>
          <p:cNvPr id="57" name="Shape 53"/>
          <p:cNvSpPr/>
          <p:nvPr/>
        </p:nvSpPr>
        <p:spPr>
          <a:xfrm>
            <a:off x="182880" y="1719072"/>
            <a:ext cx="2743200" cy="310896"/>
          </a:xfrm>
          <a:prstGeom prst="rect">
            <a:avLst/>
          </a:prstGeom>
          <a:solidFill>
            <a:srgbClr val="EBF7F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8" name="Text 54"/>
          <p:cNvSpPr/>
          <p:nvPr/>
        </p:nvSpPr>
        <p:spPr>
          <a:xfrm>
            <a:off x="228600" y="1755648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M3 — Design frozen</a:t>
            </a:r>
            <a:endParaRPr lang="en-US" sz="850" dirty="0"/>
          </a:p>
        </p:txBody>
      </p:sp>
      <p:sp>
        <p:nvSpPr>
          <p:cNvPr id="59" name="Shape 55"/>
          <p:cNvSpPr/>
          <p:nvPr/>
        </p:nvSpPr>
        <p:spPr>
          <a:xfrm>
            <a:off x="2926080" y="1719072"/>
            <a:ext cx="1051560" cy="310896"/>
          </a:xfrm>
          <a:prstGeom prst="rect">
            <a:avLst/>
          </a:prstGeom>
          <a:solidFill>
            <a:srgbClr val="EBF7F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0" name="Text 56"/>
          <p:cNvSpPr/>
          <p:nvPr/>
        </p:nvSpPr>
        <p:spPr>
          <a:xfrm>
            <a:off x="2971800" y="1755648"/>
            <a:ext cx="9784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850" dirty="0"/>
          </a:p>
        </p:txBody>
      </p:sp>
      <p:sp>
        <p:nvSpPr>
          <p:cNvPr id="61" name="Shape 57"/>
          <p:cNvSpPr/>
          <p:nvPr/>
        </p:nvSpPr>
        <p:spPr>
          <a:xfrm>
            <a:off x="3977640" y="1719072"/>
            <a:ext cx="1051560" cy="310896"/>
          </a:xfrm>
          <a:prstGeom prst="rect">
            <a:avLst/>
          </a:prstGeom>
          <a:solidFill>
            <a:srgbClr val="EBF7F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2" name="Text 58"/>
          <p:cNvSpPr/>
          <p:nvPr/>
        </p:nvSpPr>
        <p:spPr>
          <a:xfrm>
            <a:off x="4023360" y="1755648"/>
            <a:ext cx="9784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850" dirty="0"/>
          </a:p>
        </p:txBody>
      </p:sp>
      <p:sp>
        <p:nvSpPr>
          <p:cNvPr id="63" name="Shape 59"/>
          <p:cNvSpPr/>
          <p:nvPr/>
        </p:nvSpPr>
        <p:spPr>
          <a:xfrm>
            <a:off x="5029200" y="1719072"/>
            <a:ext cx="1051560" cy="310896"/>
          </a:xfrm>
          <a:prstGeom prst="rect">
            <a:avLst/>
          </a:prstGeom>
          <a:solidFill>
            <a:srgbClr val="EBF7F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4" name="Text 60"/>
          <p:cNvSpPr/>
          <p:nvPr/>
        </p:nvSpPr>
        <p:spPr>
          <a:xfrm>
            <a:off x="5074920" y="1755648"/>
            <a:ext cx="9784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850" dirty="0"/>
          </a:p>
        </p:txBody>
      </p:sp>
      <p:sp>
        <p:nvSpPr>
          <p:cNvPr id="65" name="Shape 61"/>
          <p:cNvSpPr/>
          <p:nvPr/>
        </p:nvSpPr>
        <p:spPr>
          <a:xfrm>
            <a:off x="6080760" y="1719072"/>
            <a:ext cx="1234440" cy="310896"/>
          </a:xfrm>
          <a:prstGeom prst="rect">
            <a:avLst/>
          </a:prstGeom>
          <a:solidFill>
            <a:srgbClr val="EBF7F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6" name="Text 62"/>
          <p:cNvSpPr/>
          <p:nvPr/>
        </p:nvSpPr>
        <p:spPr>
          <a:xfrm>
            <a:off x="6126480" y="1755648"/>
            <a:ext cx="11612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Track</a:t>
            </a:r>
            <a:endParaRPr lang="en-US" sz="850" dirty="0"/>
          </a:p>
        </p:txBody>
      </p:sp>
      <p:sp>
        <p:nvSpPr>
          <p:cNvPr id="67" name="Shape 63"/>
          <p:cNvSpPr/>
          <p:nvPr/>
        </p:nvSpPr>
        <p:spPr>
          <a:xfrm>
            <a:off x="7315200" y="1719072"/>
            <a:ext cx="914400" cy="310896"/>
          </a:xfrm>
          <a:prstGeom prst="rect">
            <a:avLst/>
          </a:prstGeom>
          <a:solidFill>
            <a:srgbClr val="EBF7F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8" name="Text 64"/>
          <p:cNvSpPr/>
          <p:nvPr/>
        </p:nvSpPr>
        <p:spPr>
          <a:xfrm>
            <a:off x="7360920" y="1755648"/>
            <a:ext cx="841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850" dirty="0"/>
          </a:p>
        </p:txBody>
      </p:sp>
      <p:sp>
        <p:nvSpPr>
          <p:cNvPr id="69" name="Shape 65"/>
          <p:cNvSpPr/>
          <p:nvPr/>
        </p:nvSpPr>
        <p:spPr>
          <a:xfrm>
            <a:off x="8229600" y="1719072"/>
            <a:ext cx="1005840" cy="310896"/>
          </a:xfrm>
          <a:prstGeom prst="rect">
            <a:avLst/>
          </a:prstGeom>
          <a:solidFill>
            <a:srgbClr val="EBF7F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70" name="Text 66"/>
          <p:cNvSpPr/>
          <p:nvPr/>
        </p:nvSpPr>
        <p:spPr>
          <a:xfrm>
            <a:off x="8275320" y="1755648"/>
            <a:ext cx="932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850" dirty="0"/>
          </a:p>
        </p:txBody>
      </p:sp>
      <p:sp>
        <p:nvSpPr>
          <p:cNvPr id="71" name="Shape 67"/>
          <p:cNvSpPr/>
          <p:nvPr/>
        </p:nvSpPr>
        <p:spPr>
          <a:xfrm>
            <a:off x="9235440" y="1719072"/>
            <a:ext cx="914400" cy="310896"/>
          </a:xfrm>
          <a:prstGeom prst="rect">
            <a:avLst/>
          </a:prstGeom>
          <a:solidFill>
            <a:srgbClr val="EBF7F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72" name="Text 68"/>
          <p:cNvSpPr/>
          <p:nvPr/>
        </p:nvSpPr>
        <p:spPr>
          <a:xfrm>
            <a:off x="9281160" y="1755648"/>
            <a:ext cx="841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850" dirty="0"/>
          </a:p>
        </p:txBody>
      </p:sp>
      <p:sp>
        <p:nvSpPr>
          <p:cNvPr id="73" name="Shape 69"/>
          <p:cNvSpPr/>
          <p:nvPr/>
        </p:nvSpPr>
        <p:spPr>
          <a:xfrm>
            <a:off x="182880" y="2066544"/>
            <a:ext cx="27432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74" name="Text 70"/>
          <p:cNvSpPr/>
          <p:nvPr/>
        </p:nvSpPr>
        <p:spPr>
          <a:xfrm>
            <a:off x="228600" y="2103120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M4 — Procurement complete</a:t>
            </a:r>
            <a:endParaRPr lang="en-US" sz="850" dirty="0"/>
          </a:p>
        </p:txBody>
      </p:sp>
      <p:sp>
        <p:nvSpPr>
          <p:cNvPr id="75" name="Shape 71"/>
          <p:cNvSpPr/>
          <p:nvPr/>
        </p:nvSpPr>
        <p:spPr>
          <a:xfrm>
            <a:off x="2926080" y="2066544"/>
            <a:ext cx="10515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76" name="Text 72"/>
          <p:cNvSpPr/>
          <p:nvPr/>
        </p:nvSpPr>
        <p:spPr>
          <a:xfrm>
            <a:off x="2971800" y="2103120"/>
            <a:ext cx="9784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850" dirty="0"/>
          </a:p>
        </p:txBody>
      </p:sp>
      <p:sp>
        <p:nvSpPr>
          <p:cNvPr id="77" name="Shape 73"/>
          <p:cNvSpPr/>
          <p:nvPr/>
        </p:nvSpPr>
        <p:spPr>
          <a:xfrm>
            <a:off x="3977640" y="2066544"/>
            <a:ext cx="10515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78" name="Text 74"/>
          <p:cNvSpPr/>
          <p:nvPr/>
        </p:nvSpPr>
        <p:spPr>
          <a:xfrm>
            <a:off x="4023360" y="2103120"/>
            <a:ext cx="9784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850" dirty="0"/>
          </a:p>
        </p:txBody>
      </p:sp>
      <p:sp>
        <p:nvSpPr>
          <p:cNvPr id="79" name="Shape 75"/>
          <p:cNvSpPr/>
          <p:nvPr/>
        </p:nvSpPr>
        <p:spPr>
          <a:xfrm>
            <a:off x="5029200" y="2066544"/>
            <a:ext cx="10515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80" name="Text 76"/>
          <p:cNvSpPr/>
          <p:nvPr/>
        </p:nvSpPr>
        <p:spPr>
          <a:xfrm>
            <a:off x="5074920" y="2103120"/>
            <a:ext cx="9784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850" dirty="0"/>
          </a:p>
        </p:txBody>
      </p:sp>
      <p:sp>
        <p:nvSpPr>
          <p:cNvPr id="81" name="Shape 77"/>
          <p:cNvSpPr/>
          <p:nvPr/>
        </p:nvSpPr>
        <p:spPr>
          <a:xfrm>
            <a:off x="6080760" y="2066544"/>
            <a:ext cx="123444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82" name="Text 78"/>
          <p:cNvSpPr/>
          <p:nvPr/>
        </p:nvSpPr>
        <p:spPr>
          <a:xfrm>
            <a:off x="6126480" y="2103120"/>
            <a:ext cx="11612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Track</a:t>
            </a:r>
            <a:endParaRPr lang="en-US" sz="850" dirty="0"/>
          </a:p>
        </p:txBody>
      </p:sp>
      <p:sp>
        <p:nvSpPr>
          <p:cNvPr id="83" name="Shape 79"/>
          <p:cNvSpPr/>
          <p:nvPr/>
        </p:nvSpPr>
        <p:spPr>
          <a:xfrm>
            <a:off x="7315200" y="2066544"/>
            <a:ext cx="9144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84" name="Text 80"/>
          <p:cNvSpPr/>
          <p:nvPr/>
        </p:nvSpPr>
        <p:spPr>
          <a:xfrm>
            <a:off x="7360920" y="2103120"/>
            <a:ext cx="841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850" dirty="0"/>
          </a:p>
        </p:txBody>
      </p:sp>
      <p:sp>
        <p:nvSpPr>
          <p:cNvPr id="85" name="Shape 81"/>
          <p:cNvSpPr/>
          <p:nvPr/>
        </p:nvSpPr>
        <p:spPr>
          <a:xfrm>
            <a:off x="8229600" y="2066544"/>
            <a:ext cx="100584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86" name="Text 82"/>
          <p:cNvSpPr/>
          <p:nvPr/>
        </p:nvSpPr>
        <p:spPr>
          <a:xfrm>
            <a:off x="8275320" y="2103120"/>
            <a:ext cx="932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850" dirty="0"/>
          </a:p>
        </p:txBody>
      </p:sp>
      <p:sp>
        <p:nvSpPr>
          <p:cNvPr id="87" name="Shape 83"/>
          <p:cNvSpPr/>
          <p:nvPr/>
        </p:nvSpPr>
        <p:spPr>
          <a:xfrm>
            <a:off x="9235440" y="2066544"/>
            <a:ext cx="9144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88" name="Text 84"/>
          <p:cNvSpPr/>
          <p:nvPr/>
        </p:nvSpPr>
        <p:spPr>
          <a:xfrm>
            <a:off x="9281160" y="2103120"/>
            <a:ext cx="841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850" dirty="0"/>
          </a:p>
        </p:txBody>
      </p:sp>
      <p:sp>
        <p:nvSpPr>
          <p:cNvPr id="89" name="Shape 85"/>
          <p:cNvSpPr/>
          <p:nvPr/>
        </p:nvSpPr>
        <p:spPr>
          <a:xfrm>
            <a:off x="182880" y="2414016"/>
            <a:ext cx="2743200" cy="310896"/>
          </a:xfrm>
          <a:prstGeom prst="rect">
            <a:avLst/>
          </a:prstGeom>
          <a:solidFill>
            <a:srgbClr val="EBF7F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90" name="Text 86"/>
          <p:cNvSpPr/>
          <p:nvPr/>
        </p:nvSpPr>
        <p:spPr>
          <a:xfrm>
            <a:off x="228600" y="2450592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M5 — Production start</a:t>
            </a:r>
            <a:endParaRPr lang="en-US" sz="850" dirty="0"/>
          </a:p>
        </p:txBody>
      </p:sp>
      <p:sp>
        <p:nvSpPr>
          <p:cNvPr id="91" name="Shape 87"/>
          <p:cNvSpPr/>
          <p:nvPr/>
        </p:nvSpPr>
        <p:spPr>
          <a:xfrm>
            <a:off x="2926080" y="2414016"/>
            <a:ext cx="1051560" cy="310896"/>
          </a:xfrm>
          <a:prstGeom prst="rect">
            <a:avLst/>
          </a:prstGeom>
          <a:solidFill>
            <a:srgbClr val="EBF7F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92" name="Text 88"/>
          <p:cNvSpPr/>
          <p:nvPr/>
        </p:nvSpPr>
        <p:spPr>
          <a:xfrm>
            <a:off x="2971800" y="2450592"/>
            <a:ext cx="9784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850" dirty="0"/>
          </a:p>
        </p:txBody>
      </p:sp>
      <p:sp>
        <p:nvSpPr>
          <p:cNvPr id="93" name="Shape 89"/>
          <p:cNvSpPr/>
          <p:nvPr/>
        </p:nvSpPr>
        <p:spPr>
          <a:xfrm>
            <a:off x="3977640" y="2414016"/>
            <a:ext cx="1051560" cy="310896"/>
          </a:xfrm>
          <a:prstGeom prst="rect">
            <a:avLst/>
          </a:prstGeom>
          <a:solidFill>
            <a:srgbClr val="EBF7F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94" name="Text 90"/>
          <p:cNvSpPr/>
          <p:nvPr/>
        </p:nvSpPr>
        <p:spPr>
          <a:xfrm>
            <a:off x="4023360" y="2450592"/>
            <a:ext cx="9784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850" dirty="0"/>
          </a:p>
        </p:txBody>
      </p:sp>
      <p:sp>
        <p:nvSpPr>
          <p:cNvPr id="95" name="Shape 91"/>
          <p:cNvSpPr/>
          <p:nvPr/>
        </p:nvSpPr>
        <p:spPr>
          <a:xfrm>
            <a:off x="5029200" y="2414016"/>
            <a:ext cx="1051560" cy="310896"/>
          </a:xfrm>
          <a:prstGeom prst="rect">
            <a:avLst/>
          </a:prstGeom>
          <a:solidFill>
            <a:srgbClr val="EBF7F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96" name="Text 92"/>
          <p:cNvSpPr/>
          <p:nvPr/>
        </p:nvSpPr>
        <p:spPr>
          <a:xfrm>
            <a:off x="5074920" y="2450592"/>
            <a:ext cx="9784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850" dirty="0"/>
          </a:p>
        </p:txBody>
      </p:sp>
      <p:sp>
        <p:nvSpPr>
          <p:cNvPr id="97" name="Shape 93"/>
          <p:cNvSpPr/>
          <p:nvPr/>
        </p:nvSpPr>
        <p:spPr>
          <a:xfrm>
            <a:off x="6080760" y="2414016"/>
            <a:ext cx="1234440" cy="310896"/>
          </a:xfrm>
          <a:prstGeom prst="rect">
            <a:avLst/>
          </a:prstGeom>
          <a:solidFill>
            <a:srgbClr val="EBF7F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98" name="Text 94"/>
          <p:cNvSpPr/>
          <p:nvPr/>
        </p:nvSpPr>
        <p:spPr>
          <a:xfrm>
            <a:off x="6126480" y="2450592"/>
            <a:ext cx="11612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Track</a:t>
            </a:r>
            <a:endParaRPr lang="en-US" sz="850" dirty="0"/>
          </a:p>
        </p:txBody>
      </p:sp>
      <p:sp>
        <p:nvSpPr>
          <p:cNvPr id="99" name="Shape 95"/>
          <p:cNvSpPr/>
          <p:nvPr/>
        </p:nvSpPr>
        <p:spPr>
          <a:xfrm>
            <a:off x="7315200" y="2414016"/>
            <a:ext cx="914400" cy="310896"/>
          </a:xfrm>
          <a:prstGeom prst="rect">
            <a:avLst/>
          </a:prstGeom>
          <a:solidFill>
            <a:srgbClr val="EBF7F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00" name="Text 96"/>
          <p:cNvSpPr/>
          <p:nvPr/>
        </p:nvSpPr>
        <p:spPr>
          <a:xfrm>
            <a:off x="7360920" y="2450592"/>
            <a:ext cx="841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850" dirty="0"/>
          </a:p>
        </p:txBody>
      </p:sp>
      <p:sp>
        <p:nvSpPr>
          <p:cNvPr id="101" name="Shape 97"/>
          <p:cNvSpPr/>
          <p:nvPr/>
        </p:nvSpPr>
        <p:spPr>
          <a:xfrm>
            <a:off x="8229600" y="2414016"/>
            <a:ext cx="1005840" cy="310896"/>
          </a:xfrm>
          <a:prstGeom prst="rect">
            <a:avLst/>
          </a:prstGeom>
          <a:solidFill>
            <a:srgbClr val="EBF7F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02" name="Text 98"/>
          <p:cNvSpPr/>
          <p:nvPr/>
        </p:nvSpPr>
        <p:spPr>
          <a:xfrm>
            <a:off x="8275320" y="2450592"/>
            <a:ext cx="932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850" dirty="0"/>
          </a:p>
        </p:txBody>
      </p:sp>
      <p:sp>
        <p:nvSpPr>
          <p:cNvPr id="103" name="Shape 99"/>
          <p:cNvSpPr/>
          <p:nvPr/>
        </p:nvSpPr>
        <p:spPr>
          <a:xfrm>
            <a:off x="9235440" y="2414016"/>
            <a:ext cx="914400" cy="310896"/>
          </a:xfrm>
          <a:prstGeom prst="rect">
            <a:avLst/>
          </a:prstGeom>
          <a:solidFill>
            <a:srgbClr val="EBF7F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04" name="Text 100"/>
          <p:cNvSpPr/>
          <p:nvPr/>
        </p:nvSpPr>
        <p:spPr>
          <a:xfrm>
            <a:off x="9281160" y="2450592"/>
            <a:ext cx="841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850" dirty="0"/>
          </a:p>
        </p:txBody>
      </p:sp>
      <p:sp>
        <p:nvSpPr>
          <p:cNvPr id="105" name="Shape 101"/>
          <p:cNvSpPr/>
          <p:nvPr/>
        </p:nvSpPr>
        <p:spPr>
          <a:xfrm>
            <a:off x="182880" y="2761488"/>
            <a:ext cx="27432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06" name="Text 102"/>
          <p:cNvSpPr/>
          <p:nvPr/>
        </p:nvSpPr>
        <p:spPr>
          <a:xfrm>
            <a:off x="228600" y="2798064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M6 — First article complete</a:t>
            </a:r>
            <a:endParaRPr lang="en-US" sz="850" dirty="0"/>
          </a:p>
        </p:txBody>
      </p:sp>
      <p:sp>
        <p:nvSpPr>
          <p:cNvPr id="107" name="Shape 103"/>
          <p:cNvSpPr/>
          <p:nvPr/>
        </p:nvSpPr>
        <p:spPr>
          <a:xfrm>
            <a:off x="2926080" y="2761488"/>
            <a:ext cx="10515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08" name="Text 104"/>
          <p:cNvSpPr/>
          <p:nvPr/>
        </p:nvSpPr>
        <p:spPr>
          <a:xfrm>
            <a:off x="2971800" y="2798064"/>
            <a:ext cx="9784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850" dirty="0"/>
          </a:p>
        </p:txBody>
      </p:sp>
      <p:sp>
        <p:nvSpPr>
          <p:cNvPr id="109" name="Shape 105"/>
          <p:cNvSpPr/>
          <p:nvPr/>
        </p:nvSpPr>
        <p:spPr>
          <a:xfrm>
            <a:off x="3977640" y="2761488"/>
            <a:ext cx="10515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10" name="Text 106"/>
          <p:cNvSpPr/>
          <p:nvPr/>
        </p:nvSpPr>
        <p:spPr>
          <a:xfrm>
            <a:off x="4023360" y="2798064"/>
            <a:ext cx="9784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850" dirty="0"/>
          </a:p>
        </p:txBody>
      </p:sp>
      <p:sp>
        <p:nvSpPr>
          <p:cNvPr id="111" name="Shape 107"/>
          <p:cNvSpPr/>
          <p:nvPr/>
        </p:nvSpPr>
        <p:spPr>
          <a:xfrm>
            <a:off x="5029200" y="2761488"/>
            <a:ext cx="10515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12" name="Text 108"/>
          <p:cNvSpPr/>
          <p:nvPr/>
        </p:nvSpPr>
        <p:spPr>
          <a:xfrm>
            <a:off x="5074920" y="2798064"/>
            <a:ext cx="9784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850" dirty="0"/>
          </a:p>
        </p:txBody>
      </p:sp>
      <p:sp>
        <p:nvSpPr>
          <p:cNvPr id="113" name="Shape 109"/>
          <p:cNvSpPr/>
          <p:nvPr/>
        </p:nvSpPr>
        <p:spPr>
          <a:xfrm>
            <a:off x="6080760" y="2761488"/>
            <a:ext cx="123444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14" name="Text 110"/>
          <p:cNvSpPr/>
          <p:nvPr/>
        </p:nvSpPr>
        <p:spPr>
          <a:xfrm>
            <a:off x="6126480" y="2798064"/>
            <a:ext cx="11612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Track</a:t>
            </a:r>
            <a:endParaRPr lang="en-US" sz="850" dirty="0"/>
          </a:p>
        </p:txBody>
      </p:sp>
      <p:sp>
        <p:nvSpPr>
          <p:cNvPr id="115" name="Shape 111"/>
          <p:cNvSpPr/>
          <p:nvPr/>
        </p:nvSpPr>
        <p:spPr>
          <a:xfrm>
            <a:off x="7315200" y="2761488"/>
            <a:ext cx="9144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16" name="Text 112"/>
          <p:cNvSpPr/>
          <p:nvPr/>
        </p:nvSpPr>
        <p:spPr>
          <a:xfrm>
            <a:off x="7360920" y="2798064"/>
            <a:ext cx="841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850" dirty="0"/>
          </a:p>
        </p:txBody>
      </p:sp>
      <p:sp>
        <p:nvSpPr>
          <p:cNvPr id="117" name="Shape 113"/>
          <p:cNvSpPr/>
          <p:nvPr/>
        </p:nvSpPr>
        <p:spPr>
          <a:xfrm>
            <a:off x="8229600" y="2761488"/>
            <a:ext cx="100584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18" name="Text 114"/>
          <p:cNvSpPr/>
          <p:nvPr/>
        </p:nvSpPr>
        <p:spPr>
          <a:xfrm>
            <a:off x="8275320" y="2798064"/>
            <a:ext cx="932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850" dirty="0"/>
          </a:p>
        </p:txBody>
      </p:sp>
      <p:sp>
        <p:nvSpPr>
          <p:cNvPr id="119" name="Shape 115"/>
          <p:cNvSpPr/>
          <p:nvPr/>
        </p:nvSpPr>
        <p:spPr>
          <a:xfrm>
            <a:off x="9235440" y="2761488"/>
            <a:ext cx="9144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20" name="Text 116"/>
          <p:cNvSpPr/>
          <p:nvPr/>
        </p:nvSpPr>
        <p:spPr>
          <a:xfrm>
            <a:off x="9281160" y="2798064"/>
            <a:ext cx="841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850" dirty="0"/>
          </a:p>
        </p:txBody>
      </p:sp>
      <p:sp>
        <p:nvSpPr>
          <p:cNvPr id="121" name="Shape 117"/>
          <p:cNvSpPr/>
          <p:nvPr/>
        </p:nvSpPr>
        <p:spPr>
          <a:xfrm>
            <a:off x="182880" y="3108960"/>
            <a:ext cx="2743200" cy="310896"/>
          </a:xfrm>
          <a:prstGeom prst="rect">
            <a:avLst/>
          </a:prstGeom>
          <a:solidFill>
            <a:srgbClr val="EBF7F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22" name="Text 118"/>
          <p:cNvSpPr/>
          <p:nvPr/>
        </p:nvSpPr>
        <p:spPr>
          <a:xfrm>
            <a:off x="228600" y="3145536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M7 — Quality inspection sign-off</a:t>
            </a:r>
            <a:endParaRPr lang="en-US" sz="850" dirty="0"/>
          </a:p>
        </p:txBody>
      </p:sp>
      <p:sp>
        <p:nvSpPr>
          <p:cNvPr id="123" name="Shape 119"/>
          <p:cNvSpPr/>
          <p:nvPr/>
        </p:nvSpPr>
        <p:spPr>
          <a:xfrm>
            <a:off x="2926080" y="3108960"/>
            <a:ext cx="1051560" cy="310896"/>
          </a:xfrm>
          <a:prstGeom prst="rect">
            <a:avLst/>
          </a:prstGeom>
          <a:solidFill>
            <a:srgbClr val="EBF7F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24" name="Text 120"/>
          <p:cNvSpPr/>
          <p:nvPr/>
        </p:nvSpPr>
        <p:spPr>
          <a:xfrm>
            <a:off x="2971800" y="3145536"/>
            <a:ext cx="9784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850" dirty="0"/>
          </a:p>
        </p:txBody>
      </p:sp>
      <p:sp>
        <p:nvSpPr>
          <p:cNvPr id="125" name="Shape 121"/>
          <p:cNvSpPr/>
          <p:nvPr/>
        </p:nvSpPr>
        <p:spPr>
          <a:xfrm>
            <a:off x="3977640" y="3108960"/>
            <a:ext cx="1051560" cy="310896"/>
          </a:xfrm>
          <a:prstGeom prst="rect">
            <a:avLst/>
          </a:prstGeom>
          <a:solidFill>
            <a:srgbClr val="EBF7F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26" name="Text 122"/>
          <p:cNvSpPr/>
          <p:nvPr/>
        </p:nvSpPr>
        <p:spPr>
          <a:xfrm>
            <a:off x="4023360" y="3145536"/>
            <a:ext cx="9784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850" dirty="0"/>
          </a:p>
        </p:txBody>
      </p:sp>
      <p:sp>
        <p:nvSpPr>
          <p:cNvPr id="127" name="Shape 123"/>
          <p:cNvSpPr/>
          <p:nvPr/>
        </p:nvSpPr>
        <p:spPr>
          <a:xfrm>
            <a:off x="5029200" y="3108960"/>
            <a:ext cx="1051560" cy="310896"/>
          </a:xfrm>
          <a:prstGeom prst="rect">
            <a:avLst/>
          </a:prstGeom>
          <a:solidFill>
            <a:srgbClr val="EBF7F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28" name="Text 124"/>
          <p:cNvSpPr/>
          <p:nvPr/>
        </p:nvSpPr>
        <p:spPr>
          <a:xfrm>
            <a:off x="5074920" y="3145536"/>
            <a:ext cx="9784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850" dirty="0"/>
          </a:p>
        </p:txBody>
      </p:sp>
      <p:sp>
        <p:nvSpPr>
          <p:cNvPr id="129" name="Shape 125"/>
          <p:cNvSpPr/>
          <p:nvPr/>
        </p:nvSpPr>
        <p:spPr>
          <a:xfrm>
            <a:off x="6080760" y="3108960"/>
            <a:ext cx="1234440" cy="310896"/>
          </a:xfrm>
          <a:prstGeom prst="rect">
            <a:avLst/>
          </a:prstGeom>
          <a:solidFill>
            <a:srgbClr val="EBF7F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30" name="Text 126"/>
          <p:cNvSpPr/>
          <p:nvPr/>
        </p:nvSpPr>
        <p:spPr>
          <a:xfrm>
            <a:off x="6126480" y="3145536"/>
            <a:ext cx="11612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Track</a:t>
            </a:r>
            <a:endParaRPr lang="en-US" sz="850" dirty="0"/>
          </a:p>
        </p:txBody>
      </p:sp>
      <p:sp>
        <p:nvSpPr>
          <p:cNvPr id="131" name="Shape 127"/>
          <p:cNvSpPr/>
          <p:nvPr/>
        </p:nvSpPr>
        <p:spPr>
          <a:xfrm>
            <a:off x="7315200" y="3108960"/>
            <a:ext cx="914400" cy="310896"/>
          </a:xfrm>
          <a:prstGeom prst="rect">
            <a:avLst/>
          </a:prstGeom>
          <a:solidFill>
            <a:srgbClr val="EBF7F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32" name="Text 128"/>
          <p:cNvSpPr/>
          <p:nvPr/>
        </p:nvSpPr>
        <p:spPr>
          <a:xfrm>
            <a:off x="7360920" y="3145536"/>
            <a:ext cx="841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850" dirty="0"/>
          </a:p>
        </p:txBody>
      </p:sp>
      <p:sp>
        <p:nvSpPr>
          <p:cNvPr id="133" name="Shape 129"/>
          <p:cNvSpPr/>
          <p:nvPr/>
        </p:nvSpPr>
        <p:spPr>
          <a:xfrm>
            <a:off x="8229600" y="3108960"/>
            <a:ext cx="1005840" cy="310896"/>
          </a:xfrm>
          <a:prstGeom prst="rect">
            <a:avLst/>
          </a:prstGeom>
          <a:solidFill>
            <a:srgbClr val="EBF7F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34" name="Text 130"/>
          <p:cNvSpPr/>
          <p:nvPr/>
        </p:nvSpPr>
        <p:spPr>
          <a:xfrm>
            <a:off x="8275320" y="3145536"/>
            <a:ext cx="932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850" dirty="0"/>
          </a:p>
        </p:txBody>
      </p:sp>
      <p:sp>
        <p:nvSpPr>
          <p:cNvPr id="135" name="Shape 131"/>
          <p:cNvSpPr/>
          <p:nvPr/>
        </p:nvSpPr>
        <p:spPr>
          <a:xfrm>
            <a:off x="9235440" y="3108960"/>
            <a:ext cx="914400" cy="310896"/>
          </a:xfrm>
          <a:prstGeom prst="rect">
            <a:avLst/>
          </a:prstGeom>
          <a:solidFill>
            <a:srgbClr val="EBF7F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36" name="Text 132"/>
          <p:cNvSpPr/>
          <p:nvPr/>
        </p:nvSpPr>
        <p:spPr>
          <a:xfrm>
            <a:off x="9281160" y="3145536"/>
            <a:ext cx="841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850" dirty="0"/>
          </a:p>
        </p:txBody>
      </p:sp>
      <p:sp>
        <p:nvSpPr>
          <p:cNvPr id="137" name="Shape 133"/>
          <p:cNvSpPr/>
          <p:nvPr/>
        </p:nvSpPr>
        <p:spPr>
          <a:xfrm>
            <a:off x="182880" y="3456432"/>
            <a:ext cx="27432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38" name="Text 134"/>
          <p:cNvSpPr/>
          <p:nvPr/>
        </p:nvSpPr>
        <p:spPr>
          <a:xfrm>
            <a:off x="228600" y="3493008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M8 — Delivery to customer</a:t>
            </a:r>
            <a:endParaRPr lang="en-US" sz="850" dirty="0"/>
          </a:p>
        </p:txBody>
      </p:sp>
      <p:sp>
        <p:nvSpPr>
          <p:cNvPr id="139" name="Shape 135"/>
          <p:cNvSpPr/>
          <p:nvPr/>
        </p:nvSpPr>
        <p:spPr>
          <a:xfrm>
            <a:off x="2926080" y="3456432"/>
            <a:ext cx="10515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40" name="Text 136"/>
          <p:cNvSpPr/>
          <p:nvPr/>
        </p:nvSpPr>
        <p:spPr>
          <a:xfrm>
            <a:off x="2971800" y="3493008"/>
            <a:ext cx="9784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850" dirty="0"/>
          </a:p>
        </p:txBody>
      </p:sp>
      <p:sp>
        <p:nvSpPr>
          <p:cNvPr id="141" name="Shape 137"/>
          <p:cNvSpPr/>
          <p:nvPr/>
        </p:nvSpPr>
        <p:spPr>
          <a:xfrm>
            <a:off x="3977640" y="3456432"/>
            <a:ext cx="10515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42" name="Text 138"/>
          <p:cNvSpPr/>
          <p:nvPr/>
        </p:nvSpPr>
        <p:spPr>
          <a:xfrm>
            <a:off x="4023360" y="3493008"/>
            <a:ext cx="9784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850" dirty="0"/>
          </a:p>
        </p:txBody>
      </p:sp>
      <p:sp>
        <p:nvSpPr>
          <p:cNvPr id="143" name="Shape 139"/>
          <p:cNvSpPr/>
          <p:nvPr/>
        </p:nvSpPr>
        <p:spPr>
          <a:xfrm>
            <a:off x="5029200" y="3456432"/>
            <a:ext cx="10515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44" name="Text 140"/>
          <p:cNvSpPr/>
          <p:nvPr/>
        </p:nvSpPr>
        <p:spPr>
          <a:xfrm>
            <a:off x="5074920" y="3493008"/>
            <a:ext cx="9784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850" dirty="0"/>
          </a:p>
        </p:txBody>
      </p:sp>
      <p:sp>
        <p:nvSpPr>
          <p:cNvPr id="145" name="Shape 141"/>
          <p:cNvSpPr/>
          <p:nvPr/>
        </p:nvSpPr>
        <p:spPr>
          <a:xfrm>
            <a:off x="6080760" y="3456432"/>
            <a:ext cx="123444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46" name="Text 142"/>
          <p:cNvSpPr/>
          <p:nvPr/>
        </p:nvSpPr>
        <p:spPr>
          <a:xfrm>
            <a:off x="6126480" y="3493008"/>
            <a:ext cx="11612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Track</a:t>
            </a:r>
            <a:endParaRPr lang="en-US" sz="850" dirty="0"/>
          </a:p>
        </p:txBody>
      </p:sp>
      <p:sp>
        <p:nvSpPr>
          <p:cNvPr id="147" name="Shape 143"/>
          <p:cNvSpPr/>
          <p:nvPr/>
        </p:nvSpPr>
        <p:spPr>
          <a:xfrm>
            <a:off x="7315200" y="3456432"/>
            <a:ext cx="9144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48" name="Text 144"/>
          <p:cNvSpPr/>
          <p:nvPr/>
        </p:nvSpPr>
        <p:spPr>
          <a:xfrm>
            <a:off x="7360920" y="3493008"/>
            <a:ext cx="841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850" dirty="0"/>
          </a:p>
        </p:txBody>
      </p:sp>
      <p:sp>
        <p:nvSpPr>
          <p:cNvPr id="149" name="Shape 145"/>
          <p:cNvSpPr/>
          <p:nvPr/>
        </p:nvSpPr>
        <p:spPr>
          <a:xfrm>
            <a:off x="8229600" y="3456432"/>
            <a:ext cx="100584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50" name="Text 146"/>
          <p:cNvSpPr/>
          <p:nvPr/>
        </p:nvSpPr>
        <p:spPr>
          <a:xfrm>
            <a:off x="8275320" y="3493008"/>
            <a:ext cx="932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850" dirty="0"/>
          </a:p>
        </p:txBody>
      </p:sp>
      <p:sp>
        <p:nvSpPr>
          <p:cNvPr id="151" name="Shape 147"/>
          <p:cNvSpPr/>
          <p:nvPr/>
        </p:nvSpPr>
        <p:spPr>
          <a:xfrm>
            <a:off x="9235440" y="3456432"/>
            <a:ext cx="9144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52" name="Text 148"/>
          <p:cNvSpPr/>
          <p:nvPr/>
        </p:nvSpPr>
        <p:spPr>
          <a:xfrm>
            <a:off x="9281160" y="3493008"/>
            <a:ext cx="841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850" dirty="0"/>
          </a:p>
        </p:txBody>
      </p:sp>
      <p:sp>
        <p:nvSpPr>
          <p:cNvPr id="153" name="Shape 149"/>
          <p:cNvSpPr/>
          <p:nvPr/>
        </p:nvSpPr>
        <p:spPr>
          <a:xfrm>
            <a:off x="182880" y="3803904"/>
            <a:ext cx="2743200" cy="310896"/>
          </a:xfrm>
          <a:prstGeom prst="rect">
            <a:avLst/>
          </a:prstGeom>
          <a:solidFill>
            <a:srgbClr val="EBF7F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54" name="Text 150"/>
          <p:cNvSpPr/>
          <p:nvPr/>
        </p:nvSpPr>
        <p:spPr>
          <a:xfrm>
            <a:off x="228600" y="3840480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M9 — Customer acceptance</a:t>
            </a:r>
            <a:endParaRPr lang="en-US" sz="850" dirty="0"/>
          </a:p>
        </p:txBody>
      </p:sp>
      <p:sp>
        <p:nvSpPr>
          <p:cNvPr id="155" name="Shape 151"/>
          <p:cNvSpPr/>
          <p:nvPr/>
        </p:nvSpPr>
        <p:spPr>
          <a:xfrm>
            <a:off x="2926080" y="3803904"/>
            <a:ext cx="1051560" cy="310896"/>
          </a:xfrm>
          <a:prstGeom prst="rect">
            <a:avLst/>
          </a:prstGeom>
          <a:solidFill>
            <a:srgbClr val="EBF7F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56" name="Text 152"/>
          <p:cNvSpPr/>
          <p:nvPr/>
        </p:nvSpPr>
        <p:spPr>
          <a:xfrm>
            <a:off x="2971800" y="3840480"/>
            <a:ext cx="9784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850" dirty="0"/>
          </a:p>
        </p:txBody>
      </p:sp>
      <p:sp>
        <p:nvSpPr>
          <p:cNvPr id="157" name="Shape 153"/>
          <p:cNvSpPr/>
          <p:nvPr/>
        </p:nvSpPr>
        <p:spPr>
          <a:xfrm>
            <a:off x="3977640" y="3803904"/>
            <a:ext cx="1051560" cy="310896"/>
          </a:xfrm>
          <a:prstGeom prst="rect">
            <a:avLst/>
          </a:prstGeom>
          <a:solidFill>
            <a:srgbClr val="EBF7F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58" name="Text 154"/>
          <p:cNvSpPr/>
          <p:nvPr/>
        </p:nvSpPr>
        <p:spPr>
          <a:xfrm>
            <a:off x="4023360" y="3840480"/>
            <a:ext cx="9784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850" dirty="0"/>
          </a:p>
        </p:txBody>
      </p:sp>
      <p:sp>
        <p:nvSpPr>
          <p:cNvPr id="159" name="Shape 155"/>
          <p:cNvSpPr/>
          <p:nvPr/>
        </p:nvSpPr>
        <p:spPr>
          <a:xfrm>
            <a:off x="5029200" y="3803904"/>
            <a:ext cx="1051560" cy="310896"/>
          </a:xfrm>
          <a:prstGeom prst="rect">
            <a:avLst/>
          </a:prstGeom>
          <a:solidFill>
            <a:srgbClr val="EBF7F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60" name="Text 156"/>
          <p:cNvSpPr/>
          <p:nvPr/>
        </p:nvSpPr>
        <p:spPr>
          <a:xfrm>
            <a:off x="5074920" y="3840480"/>
            <a:ext cx="9784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850" dirty="0"/>
          </a:p>
        </p:txBody>
      </p:sp>
      <p:sp>
        <p:nvSpPr>
          <p:cNvPr id="161" name="Shape 157"/>
          <p:cNvSpPr/>
          <p:nvPr/>
        </p:nvSpPr>
        <p:spPr>
          <a:xfrm>
            <a:off x="6080760" y="3803904"/>
            <a:ext cx="1234440" cy="310896"/>
          </a:xfrm>
          <a:prstGeom prst="rect">
            <a:avLst/>
          </a:prstGeom>
          <a:solidFill>
            <a:srgbClr val="EBF7F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62" name="Text 158"/>
          <p:cNvSpPr/>
          <p:nvPr/>
        </p:nvSpPr>
        <p:spPr>
          <a:xfrm>
            <a:off x="6126480" y="3840480"/>
            <a:ext cx="11612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Track</a:t>
            </a:r>
            <a:endParaRPr lang="en-US" sz="850" dirty="0"/>
          </a:p>
        </p:txBody>
      </p:sp>
      <p:sp>
        <p:nvSpPr>
          <p:cNvPr id="163" name="Shape 159"/>
          <p:cNvSpPr/>
          <p:nvPr/>
        </p:nvSpPr>
        <p:spPr>
          <a:xfrm>
            <a:off x="7315200" y="3803904"/>
            <a:ext cx="914400" cy="310896"/>
          </a:xfrm>
          <a:prstGeom prst="rect">
            <a:avLst/>
          </a:prstGeom>
          <a:solidFill>
            <a:srgbClr val="EBF7F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64" name="Text 160"/>
          <p:cNvSpPr/>
          <p:nvPr/>
        </p:nvSpPr>
        <p:spPr>
          <a:xfrm>
            <a:off x="7360920" y="3840480"/>
            <a:ext cx="841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850" dirty="0"/>
          </a:p>
        </p:txBody>
      </p:sp>
      <p:sp>
        <p:nvSpPr>
          <p:cNvPr id="165" name="Shape 161"/>
          <p:cNvSpPr/>
          <p:nvPr/>
        </p:nvSpPr>
        <p:spPr>
          <a:xfrm>
            <a:off x="8229600" y="3803904"/>
            <a:ext cx="1005840" cy="310896"/>
          </a:xfrm>
          <a:prstGeom prst="rect">
            <a:avLst/>
          </a:prstGeom>
          <a:solidFill>
            <a:srgbClr val="EBF7F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66" name="Text 162"/>
          <p:cNvSpPr/>
          <p:nvPr/>
        </p:nvSpPr>
        <p:spPr>
          <a:xfrm>
            <a:off x="8275320" y="3840480"/>
            <a:ext cx="932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850" dirty="0"/>
          </a:p>
        </p:txBody>
      </p:sp>
      <p:sp>
        <p:nvSpPr>
          <p:cNvPr id="167" name="Shape 163"/>
          <p:cNvSpPr/>
          <p:nvPr/>
        </p:nvSpPr>
        <p:spPr>
          <a:xfrm>
            <a:off x="9235440" y="3803904"/>
            <a:ext cx="914400" cy="310896"/>
          </a:xfrm>
          <a:prstGeom prst="rect">
            <a:avLst/>
          </a:prstGeom>
          <a:solidFill>
            <a:srgbClr val="EBF7F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68" name="Text 164"/>
          <p:cNvSpPr/>
          <p:nvPr/>
        </p:nvSpPr>
        <p:spPr>
          <a:xfrm>
            <a:off x="9281160" y="3840480"/>
            <a:ext cx="841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850" dirty="0"/>
          </a:p>
        </p:txBody>
      </p:sp>
      <p:sp>
        <p:nvSpPr>
          <p:cNvPr id="169" name="Shape 165"/>
          <p:cNvSpPr/>
          <p:nvPr/>
        </p:nvSpPr>
        <p:spPr>
          <a:xfrm>
            <a:off x="182880" y="4151376"/>
            <a:ext cx="27432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70" name="Text 166"/>
          <p:cNvSpPr/>
          <p:nvPr/>
        </p:nvSpPr>
        <p:spPr>
          <a:xfrm>
            <a:off x="228600" y="4187952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M10 — Project closure</a:t>
            </a:r>
            <a:endParaRPr lang="en-US" sz="850" dirty="0"/>
          </a:p>
        </p:txBody>
      </p:sp>
      <p:sp>
        <p:nvSpPr>
          <p:cNvPr id="171" name="Shape 167"/>
          <p:cNvSpPr/>
          <p:nvPr/>
        </p:nvSpPr>
        <p:spPr>
          <a:xfrm>
            <a:off x="2926080" y="4151376"/>
            <a:ext cx="10515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72" name="Text 168"/>
          <p:cNvSpPr/>
          <p:nvPr/>
        </p:nvSpPr>
        <p:spPr>
          <a:xfrm>
            <a:off x="2971800" y="4187952"/>
            <a:ext cx="9784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850" dirty="0"/>
          </a:p>
        </p:txBody>
      </p:sp>
      <p:sp>
        <p:nvSpPr>
          <p:cNvPr id="173" name="Shape 169"/>
          <p:cNvSpPr/>
          <p:nvPr/>
        </p:nvSpPr>
        <p:spPr>
          <a:xfrm>
            <a:off x="3977640" y="4151376"/>
            <a:ext cx="10515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74" name="Text 170"/>
          <p:cNvSpPr/>
          <p:nvPr/>
        </p:nvSpPr>
        <p:spPr>
          <a:xfrm>
            <a:off x="4023360" y="4187952"/>
            <a:ext cx="9784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850" dirty="0"/>
          </a:p>
        </p:txBody>
      </p:sp>
      <p:sp>
        <p:nvSpPr>
          <p:cNvPr id="175" name="Shape 171"/>
          <p:cNvSpPr/>
          <p:nvPr/>
        </p:nvSpPr>
        <p:spPr>
          <a:xfrm>
            <a:off x="5029200" y="4151376"/>
            <a:ext cx="10515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76" name="Text 172"/>
          <p:cNvSpPr/>
          <p:nvPr/>
        </p:nvSpPr>
        <p:spPr>
          <a:xfrm>
            <a:off x="5074920" y="4187952"/>
            <a:ext cx="9784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850" dirty="0"/>
          </a:p>
        </p:txBody>
      </p:sp>
      <p:sp>
        <p:nvSpPr>
          <p:cNvPr id="177" name="Shape 173"/>
          <p:cNvSpPr/>
          <p:nvPr/>
        </p:nvSpPr>
        <p:spPr>
          <a:xfrm>
            <a:off x="6080760" y="4151376"/>
            <a:ext cx="123444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78" name="Text 174"/>
          <p:cNvSpPr/>
          <p:nvPr/>
        </p:nvSpPr>
        <p:spPr>
          <a:xfrm>
            <a:off x="6126480" y="4187952"/>
            <a:ext cx="11612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Track</a:t>
            </a:r>
            <a:endParaRPr lang="en-US" sz="850" dirty="0"/>
          </a:p>
        </p:txBody>
      </p:sp>
      <p:sp>
        <p:nvSpPr>
          <p:cNvPr id="179" name="Shape 175"/>
          <p:cNvSpPr/>
          <p:nvPr/>
        </p:nvSpPr>
        <p:spPr>
          <a:xfrm>
            <a:off x="7315200" y="4151376"/>
            <a:ext cx="9144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80" name="Text 176"/>
          <p:cNvSpPr/>
          <p:nvPr/>
        </p:nvSpPr>
        <p:spPr>
          <a:xfrm>
            <a:off x="7360920" y="4187952"/>
            <a:ext cx="841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850" dirty="0"/>
          </a:p>
        </p:txBody>
      </p:sp>
      <p:sp>
        <p:nvSpPr>
          <p:cNvPr id="181" name="Shape 177"/>
          <p:cNvSpPr/>
          <p:nvPr/>
        </p:nvSpPr>
        <p:spPr>
          <a:xfrm>
            <a:off x="8229600" y="4151376"/>
            <a:ext cx="100584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82" name="Text 178"/>
          <p:cNvSpPr/>
          <p:nvPr/>
        </p:nvSpPr>
        <p:spPr>
          <a:xfrm>
            <a:off x="8275320" y="4187952"/>
            <a:ext cx="932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850" dirty="0"/>
          </a:p>
        </p:txBody>
      </p:sp>
      <p:sp>
        <p:nvSpPr>
          <p:cNvPr id="183" name="Shape 179"/>
          <p:cNvSpPr/>
          <p:nvPr/>
        </p:nvSpPr>
        <p:spPr>
          <a:xfrm>
            <a:off x="9235440" y="4151376"/>
            <a:ext cx="9144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84" name="Text 180"/>
          <p:cNvSpPr/>
          <p:nvPr/>
        </p:nvSpPr>
        <p:spPr>
          <a:xfrm>
            <a:off x="9281160" y="4187952"/>
            <a:ext cx="841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850" dirty="0"/>
          </a:p>
        </p:txBody>
      </p:sp>
      <p:sp>
        <p:nvSpPr>
          <p:cNvPr id="185" name="Rectangle 184"/>
          <p:cNvSpPr/>
          <p:nvPr/>
        </p:nvSpPr>
        <p:spPr>
          <a:xfrm>
            <a:off x="7516368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6" name="Picture 18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62088" y="100584"/>
            <a:ext cx="566928" cy="347472"/>
          </a:xfrm>
          <a:prstGeom prst="rect">
            <a:avLst/>
          </a:prstGeom>
        </p:spPr>
      </p:pic>
      <p:pic>
        <p:nvPicPr>
          <p:cNvPr id="187" name="Picture 18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74736" y="100584"/>
            <a:ext cx="658368" cy="347472"/>
          </a:xfrm>
          <a:prstGeom prst="rect">
            <a:avLst/>
          </a:prstGeom>
        </p:spPr>
      </p:pic>
      <p:sp>
        <p:nvSpPr>
          <p:cNvPr id="188" name="Rectangle 187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" cy="4892040"/>
          </a:xfrm>
          <a:prstGeom prst="rect">
            <a:avLst/>
          </a:prstGeom>
          <a:solidFill>
            <a:srgbClr val="83348F"/>
          </a:solidFill>
          <a:ln w="12700">
            <a:solidFill>
              <a:srgbClr val="83348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28600" y="109728"/>
            <a:ext cx="7680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833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PERFORMANCE &amp; OTIF</a:t>
            </a:r>
            <a:endParaRPr lang="en-US" sz="2100" dirty="0"/>
          </a:p>
        </p:txBody>
      </p:sp>
      <p:sp>
        <p:nvSpPr>
          <p:cNvPr id="9" name="Shape 5"/>
          <p:cNvSpPr/>
          <p:nvPr/>
        </p:nvSpPr>
        <p:spPr>
          <a:xfrm>
            <a:off x="182880" y="640080"/>
            <a:ext cx="4251960" cy="292608"/>
          </a:xfrm>
          <a:prstGeom prst="rect">
            <a:avLst/>
          </a:prstGeom>
          <a:solidFill>
            <a:srgbClr val="83348F"/>
          </a:solidFill>
          <a:ln w="12700">
            <a:solidFill>
              <a:srgbClr val="83348F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256032" y="658368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PERFORMANCE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182880" y="987552"/>
            <a:ext cx="1325880" cy="292608"/>
          </a:xfrm>
          <a:prstGeom prst="rect">
            <a:avLst/>
          </a:prstGeom>
          <a:solidFill>
            <a:srgbClr val="83348F"/>
          </a:solidFill>
          <a:ln w="12700">
            <a:solidFill>
              <a:srgbClr val="83348F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219456" y="1005840"/>
            <a:ext cx="1271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</a:t>
            </a:r>
            <a:endParaRPr lang="en-US" sz="800" dirty="0"/>
          </a:p>
        </p:txBody>
      </p:sp>
      <p:sp>
        <p:nvSpPr>
          <p:cNvPr id="13" name="Shape 9"/>
          <p:cNvSpPr/>
          <p:nvPr/>
        </p:nvSpPr>
        <p:spPr>
          <a:xfrm>
            <a:off x="1508760" y="987552"/>
            <a:ext cx="804672" cy="292608"/>
          </a:xfrm>
          <a:prstGeom prst="rect">
            <a:avLst/>
          </a:prstGeom>
          <a:solidFill>
            <a:srgbClr val="83348F"/>
          </a:solidFill>
          <a:ln w="12700">
            <a:solidFill>
              <a:srgbClr val="83348F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1545336" y="1005840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</a:t>
            </a:r>
            <a:endParaRPr lang="en-US" sz="800" dirty="0"/>
          </a:p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(£)</a:t>
            </a:r>
            <a:endParaRPr lang="en-US" sz="800" dirty="0"/>
          </a:p>
        </p:txBody>
      </p:sp>
      <p:sp>
        <p:nvSpPr>
          <p:cNvPr id="15" name="Shape 11"/>
          <p:cNvSpPr/>
          <p:nvPr/>
        </p:nvSpPr>
        <p:spPr>
          <a:xfrm>
            <a:off x="2313432" y="987552"/>
            <a:ext cx="804672" cy="292608"/>
          </a:xfrm>
          <a:prstGeom prst="rect">
            <a:avLst/>
          </a:prstGeom>
          <a:solidFill>
            <a:srgbClr val="83348F"/>
          </a:solidFill>
          <a:ln w="12700">
            <a:solidFill>
              <a:srgbClr val="83348F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2350008" y="1005840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Committed</a:t>
            </a:r>
            <a:endParaRPr lang="en-US" sz="800" dirty="0"/>
          </a:p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(£)</a:t>
            </a:r>
            <a:endParaRPr lang="en-US" sz="800" dirty="0"/>
          </a:p>
        </p:txBody>
      </p:sp>
      <p:sp>
        <p:nvSpPr>
          <p:cNvPr id="17" name="Shape 13"/>
          <p:cNvSpPr/>
          <p:nvPr/>
        </p:nvSpPr>
        <p:spPr>
          <a:xfrm>
            <a:off x="3118104" y="987552"/>
            <a:ext cx="694944" cy="292608"/>
          </a:xfrm>
          <a:prstGeom prst="rect">
            <a:avLst/>
          </a:prstGeom>
          <a:solidFill>
            <a:srgbClr val="83348F"/>
          </a:solidFill>
          <a:ln w="12700">
            <a:solidFill>
              <a:srgbClr val="83348F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3154680" y="100584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</a:t>
            </a:r>
            <a:endParaRPr lang="en-US" sz="800" dirty="0"/>
          </a:p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(£)</a:t>
            </a:r>
            <a:endParaRPr lang="en-US" sz="800" dirty="0"/>
          </a:p>
        </p:txBody>
      </p:sp>
      <p:sp>
        <p:nvSpPr>
          <p:cNvPr id="19" name="Shape 15"/>
          <p:cNvSpPr/>
          <p:nvPr/>
        </p:nvSpPr>
        <p:spPr>
          <a:xfrm>
            <a:off x="3813048" y="987552"/>
            <a:ext cx="914400" cy="292608"/>
          </a:xfrm>
          <a:prstGeom prst="rect">
            <a:avLst/>
          </a:prstGeom>
          <a:solidFill>
            <a:srgbClr val="83348F"/>
          </a:solidFill>
          <a:ln w="12700">
            <a:solidFill>
              <a:srgbClr val="83348F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3849624" y="1005840"/>
            <a:ext cx="859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Forecast</a:t>
            </a:r>
            <a:endParaRPr lang="en-US" sz="800" dirty="0"/>
          </a:p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(£)</a:t>
            </a:r>
            <a:endParaRPr lang="en-US" sz="800" dirty="0"/>
          </a:p>
        </p:txBody>
      </p:sp>
      <p:sp>
        <p:nvSpPr>
          <p:cNvPr id="21" name="Shape 17"/>
          <p:cNvSpPr/>
          <p:nvPr/>
        </p:nvSpPr>
        <p:spPr>
          <a:xfrm>
            <a:off x="4727448" y="987552"/>
            <a:ext cx="713232" cy="292608"/>
          </a:xfrm>
          <a:prstGeom prst="rect">
            <a:avLst/>
          </a:prstGeom>
          <a:solidFill>
            <a:srgbClr val="83348F"/>
          </a:solidFill>
          <a:ln w="12700">
            <a:solidFill>
              <a:srgbClr val="83348F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4764024" y="1005840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Variance</a:t>
            </a:r>
            <a:endParaRPr lang="en-US" sz="800" dirty="0"/>
          </a:p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(£)</a:t>
            </a:r>
            <a:endParaRPr lang="en-US" sz="800" dirty="0"/>
          </a:p>
        </p:txBody>
      </p:sp>
      <p:sp>
        <p:nvSpPr>
          <p:cNvPr id="23" name="Shape 19"/>
          <p:cNvSpPr/>
          <p:nvPr/>
        </p:nvSpPr>
        <p:spPr>
          <a:xfrm>
            <a:off x="182880" y="1335024"/>
            <a:ext cx="1325880" cy="402336"/>
          </a:xfrm>
          <a:prstGeom prst="rect">
            <a:avLst/>
          </a:prstGeom>
          <a:solidFill>
            <a:srgbClr val="EBF7F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219456" y="1389888"/>
            <a:ext cx="1271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Labour</a:t>
            </a:r>
            <a:endParaRPr lang="en-US" sz="900" dirty="0"/>
          </a:p>
        </p:txBody>
      </p:sp>
      <p:sp>
        <p:nvSpPr>
          <p:cNvPr id="25" name="Shape 21"/>
          <p:cNvSpPr/>
          <p:nvPr/>
        </p:nvSpPr>
        <p:spPr>
          <a:xfrm>
            <a:off x="1508760" y="1335024"/>
            <a:ext cx="804672" cy="402336"/>
          </a:xfrm>
          <a:prstGeom prst="rect">
            <a:avLst/>
          </a:prstGeom>
          <a:solidFill>
            <a:srgbClr val="EBF7F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1545336" y="1389888"/>
            <a:ext cx="749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27" name="Shape 23"/>
          <p:cNvSpPr/>
          <p:nvPr/>
        </p:nvSpPr>
        <p:spPr>
          <a:xfrm>
            <a:off x="2313432" y="1335024"/>
            <a:ext cx="804672" cy="402336"/>
          </a:xfrm>
          <a:prstGeom prst="rect">
            <a:avLst/>
          </a:prstGeom>
          <a:solidFill>
            <a:srgbClr val="EBF7F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2350008" y="1389888"/>
            <a:ext cx="749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29" name="Shape 25"/>
          <p:cNvSpPr/>
          <p:nvPr/>
        </p:nvSpPr>
        <p:spPr>
          <a:xfrm>
            <a:off x="3118104" y="1335024"/>
            <a:ext cx="694944" cy="402336"/>
          </a:xfrm>
          <a:prstGeom prst="rect">
            <a:avLst/>
          </a:prstGeom>
          <a:solidFill>
            <a:srgbClr val="EBF7F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3154680" y="1389888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31" name="Shape 27"/>
          <p:cNvSpPr/>
          <p:nvPr/>
        </p:nvSpPr>
        <p:spPr>
          <a:xfrm>
            <a:off x="3813048" y="1335024"/>
            <a:ext cx="914400" cy="402336"/>
          </a:xfrm>
          <a:prstGeom prst="rect">
            <a:avLst/>
          </a:prstGeom>
          <a:solidFill>
            <a:srgbClr val="EBF7F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3849624" y="1389888"/>
            <a:ext cx="859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33" name="Shape 29"/>
          <p:cNvSpPr/>
          <p:nvPr/>
        </p:nvSpPr>
        <p:spPr>
          <a:xfrm>
            <a:off x="4727448" y="1335024"/>
            <a:ext cx="713232" cy="402336"/>
          </a:xfrm>
          <a:prstGeom prst="rect">
            <a:avLst/>
          </a:prstGeom>
          <a:solidFill>
            <a:srgbClr val="EBF7F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4764024" y="1389888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35" name="Shape 31"/>
          <p:cNvSpPr/>
          <p:nvPr/>
        </p:nvSpPr>
        <p:spPr>
          <a:xfrm>
            <a:off x="182880" y="1792224"/>
            <a:ext cx="132588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219456" y="1847088"/>
            <a:ext cx="1271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Materials</a:t>
            </a:r>
            <a:endParaRPr lang="en-US" sz="900" dirty="0"/>
          </a:p>
        </p:txBody>
      </p:sp>
      <p:sp>
        <p:nvSpPr>
          <p:cNvPr id="37" name="Shape 33"/>
          <p:cNvSpPr/>
          <p:nvPr/>
        </p:nvSpPr>
        <p:spPr>
          <a:xfrm>
            <a:off x="1508760" y="1792224"/>
            <a:ext cx="804672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1545336" y="1847088"/>
            <a:ext cx="749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39" name="Shape 35"/>
          <p:cNvSpPr/>
          <p:nvPr/>
        </p:nvSpPr>
        <p:spPr>
          <a:xfrm>
            <a:off x="2313432" y="1792224"/>
            <a:ext cx="804672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2350008" y="1847088"/>
            <a:ext cx="749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1" name="Shape 37"/>
          <p:cNvSpPr/>
          <p:nvPr/>
        </p:nvSpPr>
        <p:spPr>
          <a:xfrm>
            <a:off x="3118104" y="1792224"/>
            <a:ext cx="694944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3154680" y="1847088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3" name="Shape 39"/>
          <p:cNvSpPr/>
          <p:nvPr/>
        </p:nvSpPr>
        <p:spPr>
          <a:xfrm>
            <a:off x="3813048" y="1792224"/>
            <a:ext cx="91440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3849624" y="1847088"/>
            <a:ext cx="859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5" name="Shape 41"/>
          <p:cNvSpPr/>
          <p:nvPr/>
        </p:nvSpPr>
        <p:spPr>
          <a:xfrm>
            <a:off x="4727448" y="1792224"/>
            <a:ext cx="713232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6" name="Text 42"/>
          <p:cNvSpPr/>
          <p:nvPr/>
        </p:nvSpPr>
        <p:spPr>
          <a:xfrm>
            <a:off x="4764024" y="1847088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7" name="Shape 43"/>
          <p:cNvSpPr/>
          <p:nvPr/>
        </p:nvSpPr>
        <p:spPr>
          <a:xfrm>
            <a:off x="182880" y="2249424"/>
            <a:ext cx="1325880" cy="402336"/>
          </a:xfrm>
          <a:prstGeom prst="rect">
            <a:avLst/>
          </a:prstGeom>
          <a:solidFill>
            <a:srgbClr val="EBF7F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8" name="Text 44"/>
          <p:cNvSpPr/>
          <p:nvPr/>
        </p:nvSpPr>
        <p:spPr>
          <a:xfrm>
            <a:off x="219456" y="2304288"/>
            <a:ext cx="1271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Sub-contract</a:t>
            </a:r>
            <a:endParaRPr lang="en-US" sz="900" dirty="0"/>
          </a:p>
        </p:txBody>
      </p:sp>
      <p:sp>
        <p:nvSpPr>
          <p:cNvPr id="49" name="Shape 45"/>
          <p:cNvSpPr/>
          <p:nvPr/>
        </p:nvSpPr>
        <p:spPr>
          <a:xfrm>
            <a:off x="1508760" y="2249424"/>
            <a:ext cx="804672" cy="402336"/>
          </a:xfrm>
          <a:prstGeom prst="rect">
            <a:avLst/>
          </a:prstGeom>
          <a:solidFill>
            <a:srgbClr val="EBF7F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0" name="Text 46"/>
          <p:cNvSpPr/>
          <p:nvPr/>
        </p:nvSpPr>
        <p:spPr>
          <a:xfrm>
            <a:off x="1545336" y="2304288"/>
            <a:ext cx="749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51" name="Shape 47"/>
          <p:cNvSpPr/>
          <p:nvPr/>
        </p:nvSpPr>
        <p:spPr>
          <a:xfrm>
            <a:off x="2313432" y="2249424"/>
            <a:ext cx="804672" cy="402336"/>
          </a:xfrm>
          <a:prstGeom prst="rect">
            <a:avLst/>
          </a:prstGeom>
          <a:solidFill>
            <a:srgbClr val="EBF7F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2" name="Text 48"/>
          <p:cNvSpPr/>
          <p:nvPr/>
        </p:nvSpPr>
        <p:spPr>
          <a:xfrm>
            <a:off x="2350008" y="2304288"/>
            <a:ext cx="749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53" name="Shape 49"/>
          <p:cNvSpPr/>
          <p:nvPr/>
        </p:nvSpPr>
        <p:spPr>
          <a:xfrm>
            <a:off x="3118104" y="2249424"/>
            <a:ext cx="694944" cy="402336"/>
          </a:xfrm>
          <a:prstGeom prst="rect">
            <a:avLst/>
          </a:prstGeom>
          <a:solidFill>
            <a:srgbClr val="EBF7F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4" name="Text 50"/>
          <p:cNvSpPr/>
          <p:nvPr/>
        </p:nvSpPr>
        <p:spPr>
          <a:xfrm>
            <a:off x="3154680" y="2304288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55" name="Shape 51"/>
          <p:cNvSpPr/>
          <p:nvPr/>
        </p:nvSpPr>
        <p:spPr>
          <a:xfrm>
            <a:off x="3813048" y="2249424"/>
            <a:ext cx="914400" cy="402336"/>
          </a:xfrm>
          <a:prstGeom prst="rect">
            <a:avLst/>
          </a:prstGeom>
          <a:solidFill>
            <a:srgbClr val="EBF7F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6" name="Text 52"/>
          <p:cNvSpPr/>
          <p:nvPr/>
        </p:nvSpPr>
        <p:spPr>
          <a:xfrm>
            <a:off x="3849624" y="2304288"/>
            <a:ext cx="859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57" name="Shape 53"/>
          <p:cNvSpPr/>
          <p:nvPr/>
        </p:nvSpPr>
        <p:spPr>
          <a:xfrm>
            <a:off x="4727448" y="2249424"/>
            <a:ext cx="713232" cy="402336"/>
          </a:xfrm>
          <a:prstGeom prst="rect">
            <a:avLst/>
          </a:prstGeom>
          <a:solidFill>
            <a:srgbClr val="EBF7F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8" name="Text 54"/>
          <p:cNvSpPr/>
          <p:nvPr/>
        </p:nvSpPr>
        <p:spPr>
          <a:xfrm>
            <a:off x="4764024" y="2304288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59" name="Shape 55"/>
          <p:cNvSpPr/>
          <p:nvPr/>
        </p:nvSpPr>
        <p:spPr>
          <a:xfrm>
            <a:off x="182880" y="2706624"/>
            <a:ext cx="132588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0" name="Text 56"/>
          <p:cNvSpPr/>
          <p:nvPr/>
        </p:nvSpPr>
        <p:spPr>
          <a:xfrm>
            <a:off x="219456" y="2761488"/>
            <a:ext cx="1271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</a:t>
            </a:r>
            <a:endParaRPr lang="en-US" sz="900" dirty="0"/>
          </a:p>
        </p:txBody>
      </p:sp>
      <p:sp>
        <p:nvSpPr>
          <p:cNvPr id="61" name="Shape 57"/>
          <p:cNvSpPr/>
          <p:nvPr/>
        </p:nvSpPr>
        <p:spPr>
          <a:xfrm>
            <a:off x="1508760" y="2706624"/>
            <a:ext cx="804672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2" name="Text 58"/>
          <p:cNvSpPr/>
          <p:nvPr/>
        </p:nvSpPr>
        <p:spPr>
          <a:xfrm>
            <a:off x="1545336" y="2761488"/>
            <a:ext cx="749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63" name="Shape 59"/>
          <p:cNvSpPr/>
          <p:nvPr/>
        </p:nvSpPr>
        <p:spPr>
          <a:xfrm>
            <a:off x="2313432" y="2706624"/>
            <a:ext cx="804672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4" name="Text 60"/>
          <p:cNvSpPr/>
          <p:nvPr/>
        </p:nvSpPr>
        <p:spPr>
          <a:xfrm>
            <a:off x="2350008" y="2761488"/>
            <a:ext cx="749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65" name="Shape 61"/>
          <p:cNvSpPr/>
          <p:nvPr/>
        </p:nvSpPr>
        <p:spPr>
          <a:xfrm>
            <a:off x="3118104" y="2706624"/>
            <a:ext cx="694944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6" name="Text 62"/>
          <p:cNvSpPr/>
          <p:nvPr/>
        </p:nvSpPr>
        <p:spPr>
          <a:xfrm>
            <a:off x="3154680" y="2761488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67" name="Shape 63"/>
          <p:cNvSpPr/>
          <p:nvPr/>
        </p:nvSpPr>
        <p:spPr>
          <a:xfrm>
            <a:off x="3813048" y="2706624"/>
            <a:ext cx="91440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8" name="Text 64"/>
          <p:cNvSpPr/>
          <p:nvPr/>
        </p:nvSpPr>
        <p:spPr>
          <a:xfrm>
            <a:off x="3849624" y="2761488"/>
            <a:ext cx="859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69" name="Shape 65"/>
          <p:cNvSpPr/>
          <p:nvPr/>
        </p:nvSpPr>
        <p:spPr>
          <a:xfrm>
            <a:off x="4727448" y="2706624"/>
            <a:ext cx="713232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70" name="Text 66"/>
          <p:cNvSpPr/>
          <p:nvPr/>
        </p:nvSpPr>
        <p:spPr>
          <a:xfrm>
            <a:off x="4764024" y="2761488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71" name="Shape 67"/>
          <p:cNvSpPr/>
          <p:nvPr/>
        </p:nvSpPr>
        <p:spPr>
          <a:xfrm>
            <a:off x="182880" y="3163824"/>
            <a:ext cx="1325880" cy="402336"/>
          </a:xfrm>
          <a:prstGeom prst="rect">
            <a:avLst/>
          </a:prstGeom>
          <a:solidFill>
            <a:srgbClr val="83348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72" name="Text 68"/>
          <p:cNvSpPr/>
          <p:nvPr/>
        </p:nvSpPr>
        <p:spPr>
          <a:xfrm>
            <a:off x="219456" y="3218688"/>
            <a:ext cx="1271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</a:t>
            </a:r>
            <a:endParaRPr lang="en-US" sz="900" dirty="0"/>
          </a:p>
        </p:txBody>
      </p:sp>
      <p:sp>
        <p:nvSpPr>
          <p:cNvPr id="73" name="Shape 69"/>
          <p:cNvSpPr/>
          <p:nvPr/>
        </p:nvSpPr>
        <p:spPr>
          <a:xfrm>
            <a:off x="1508760" y="3163824"/>
            <a:ext cx="804672" cy="402336"/>
          </a:xfrm>
          <a:prstGeom prst="rect">
            <a:avLst/>
          </a:prstGeom>
          <a:solidFill>
            <a:srgbClr val="83348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74" name="Text 70"/>
          <p:cNvSpPr/>
          <p:nvPr/>
        </p:nvSpPr>
        <p:spPr>
          <a:xfrm>
            <a:off x="1545336" y="3218688"/>
            <a:ext cx="749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75" name="Shape 71"/>
          <p:cNvSpPr/>
          <p:nvPr/>
        </p:nvSpPr>
        <p:spPr>
          <a:xfrm>
            <a:off x="2313432" y="3163824"/>
            <a:ext cx="804672" cy="402336"/>
          </a:xfrm>
          <a:prstGeom prst="rect">
            <a:avLst/>
          </a:prstGeom>
          <a:solidFill>
            <a:srgbClr val="83348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76" name="Text 72"/>
          <p:cNvSpPr/>
          <p:nvPr/>
        </p:nvSpPr>
        <p:spPr>
          <a:xfrm>
            <a:off x="2350008" y="3218688"/>
            <a:ext cx="749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77" name="Shape 73"/>
          <p:cNvSpPr/>
          <p:nvPr/>
        </p:nvSpPr>
        <p:spPr>
          <a:xfrm>
            <a:off x="3118104" y="3163824"/>
            <a:ext cx="694944" cy="402336"/>
          </a:xfrm>
          <a:prstGeom prst="rect">
            <a:avLst/>
          </a:prstGeom>
          <a:solidFill>
            <a:srgbClr val="83348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78" name="Text 74"/>
          <p:cNvSpPr/>
          <p:nvPr/>
        </p:nvSpPr>
        <p:spPr>
          <a:xfrm>
            <a:off x="3154680" y="3218688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79" name="Shape 75"/>
          <p:cNvSpPr/>
          <p:nvPr/>
        </p:nvSpPr>
        <p:spPr>
          <a:xfrm>
            <a:off x="3813048" y="3163824"/>
            <a:ext cx="914400" cy="402336"/>
          </a:xfrm>
          <a:prstGeom prst="rect">
            <a:avLst/>
          </a:prstGeom>
          <a:solidFill>
            <a:srgbClr val="83348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80" name="Text 76"/>
          <p:cNvSpPr/>
          <p:nvPr/>
        </p:nvSpPr>
        <p:spPr>
          <a:xfrm>
            <a:off x="3849624" y="3218688"/>
            <a:ext cx="859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81" name="Shape 77"/>
          <p:cNvSpPr/>
          <p:nvPr/>
        </p:nvSpPr>
        <p:spPr>
          <a:xfrm>
            <a:off x="4727448" y="3163824"/>
            <a:ext cx="713232" cy="402336"/>
          </a:xfrm>
          <a:prstGeom prst="rect">
            <a:avLst/>
          </a:prstGeom>
          <a:solidFill>
            <a:srgbClr val="83348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82" name="Text 78"/>
          <p:cNvSpPr/>
          <p:nvPr/>
        </p:nvSpPr>
        <p:spPr>
          <a:xfrm>
            <a:off x="4764024" y="3218688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83" name="Shape 79"/>
          <p:cNvSpPr/>
          <p:nvPr/>
        </p:nvSpPr>
        <p:spPr>
          <a:xfrm>
            <a:off x="4617720" y="640080"/>
            <a:ext cx="4315968" cy="292608"/>
          </a:xfrm>
          <a:prstGeom prst="rect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</p:sp>
      <p:sp>
        <p:nvSpPr>
          <p:cNvPr id="84" name="Text 80"/>
          <p:cNvSpPr/>
          <p:nvPr/>
        </p:nvSpPr>
        <p:spPr>
          <a:xfrm>
            <a:off x="4690872" y="658368"/>
            <a:ext cx="4169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OTIF PERFORMANCE</a:t>
            </a:r>
            <a:endParaRPr lang="en-US" sz="1000" dirty="0"/>
          </a:p>
        </p:txBody>
      </p:sp>
      <p:sp>
        <p:nvSpPr>
          <p:cNvPr id="85" name="Shape 81"/>
          <p:cNvSpPr/>
          <p:nvPr/>
        </p:nvSpPr>
        <p:spPr>
          <a:xfrm>
            <a:off x="4617720" y="987552"/>
            <a:ext cx="2468880" cy="402336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86" name="Text 82"/>
          <p:cNvSpPr/>
          <p:nvPr/>
        </p:nvSpPr>
        <p:spPr>
          <a:xfrm>
            <a:off x="4690872" y="1042416"/>
            <a:ext cx="2340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Milestones completed this period:</a:t>
            </a:r>
            <a:endParaRPr lang="en-US" sz="900" dirty="0"/>
          </a:p>
        </p:txBody>
      </p:sp>
      <p:sp>
        <p:nvSpPr>
          <p:cNvPr id="87" name="Shape 83"/>
          <p:cNvSpPr/>
          <p:nvPr/>
        </p:nvSpPr>
        <p:spPr>
          <a:xfrm>
            <a:off x="7086600" y="987552"/>
            <a:ext cx="1847088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88" name="Text 84"/>
          <p:cNvSpPr/>
          <p:nvPr/>
        </p:nvSpPr>
        <p:spPr>
          <a:xfrm>
            <a:off x="7159752" y="1042416"/>
            <a:ext cx="171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</p:txBody>
      </p:sp>
      <p:sp>
        <p:nvSpPr>
          <p:cNvPr id="89" name="Shape 85"/>
          <p:cNvSpPr/>
          <p:nvPr/>
        </p:nvSpPr>
        <p:spPr>
          <a:xfrm>
            <a:off x="4617720" y="1463040"/>
            <a:ext cx="246888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90" name="Text 86"/>
          <p:cNvSpPr/>
          <p:nvPr/>
        </p:nvSpPr>
        <p:spPr>
          <a:xfrm>
            <a:off x="4690872" y="1517904"/>
            <a:ext cx="2340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Delivered On Time (this period):</a:t>
            </a:r>
            <a:endParaRPr lang="en-US" sz="900" dirty="0"/>
          </a:p>
        </p:txBody>
      </p:sp>
      <p:sp>
        <p:nvSpPr>
          <p:cNvPr id="91" name="Shape 87"/>
          <p:cNvSpPr/>
          <p:nvPr/>
        </p:nvSpPr>
        <p:spPr>
          <a:xfrm>
            <a:off x="7086600" y="1463040"/>
            <a:ext cx="1847088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92" name="Text 88"/>
          <p:cNvSpPr/>
          <p:nvPr/>
        </p:nvSpPr>
        <p:spPr>
          <a:xfrm>
            <a:off x="7159752" y="1517904"/>
            <a:ext cx="171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/ N / Partial</a:t>
            </a:r>
            <a:endParaRPr lang="en-US" sz="900" dirty="0"/>
          </a:p>
        </p:txBody>
      </p:sp>
      <p:sp>
        <p:nvSpPr>
          <p:cNvPr id="93" name="Shape 89"/>
          <p:cNvSpPr/>
          <p:nvPr/>
        </p:nvSpPr>
        <p:spPr>
          <a:xfrm>
            <a:off x="4617720" y="1938528"/>
            <a:ext cx="2468880" cy="402336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94" name="Text 90"/>
          <p:cNvSpPr/>
          <p:nvPr/>
        </p:nvSpPr>
        <p:spPr>
          <a:xfrm>
            <a:off x="4690872" y="1993392"/>
            <a:ext cx="2340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Delivered In Full (this period):</a:t>
            </a:r>
            <a:endParaRPr lang="en-US" sz="900" dirty="0"/>
          </a:p>
        </p:txBody>
      </p:sp>
      <p:sp>
        <p:nvSpPr>
          <p:cNvPr id="95" name="Shape 91"/>
          <p:cNvSpPr/>
          <p:nvPr/>
        </p:nvSpPr>
        <p:spPr>
          <a:xfrm>
            <a:off x="7086600" y="1938528"/>
            <a:ext cx="1847088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96" name="Text 92"/>
          <p:cNvSpPr/>
          <p:nvPr/>
        </p:nvSpPr>
        <p:spPr>
          <a:xfrm>
            <a:off x="7159752" y="1993392"/>
            <a:ext cx="171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/ N / Partial</a:t>
            </a:r>
            <a:endParaRPr lang="en-US" sz="900" dirty="0"/>
          </a:p>
        </p:txBody>
      </p:sp>
      <p:sp>
        <p:nvSpPr>
          <p:cNvPr id="97" name="Shape 93"/>
          <p:cNvSpPr/>
          <p:nvPr/>
        </p:nvSpPr>
        <p:spPr>
          <a:xfrm>
            <a:off x="4617720" y="2414016"/>
            <a:ext cx="246888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98" name="Text 94"/>
          <p:cNvSpPr/>
          <p:nvPr/>
        </p:nvSpPr>
        <p:spPr>
          <a:xfrm>
            <a:off x="4690872" y="2468880"/>
            <a:ext cx="2340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OTIF this period:</a:t>
            </a:r>
            <a:endParaRPr lang="en-US" sz="900" dirty="0"/>
          </a:p>
        </p:txBody>
      </p:sp>
      <p:sp>
        <p:nvSpPr>
          <p:cNvPr id="99" name="Shape 95"/>
          <p:cNvSpPr/>
          <p:nvPr/>
        </p:nvSpPr>
        <p:spPr>
          <a:xfrm>
            <a:off x="7086600" y="2414016"/>
            <a:ext cx="1847088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00" name="Text 96"/>
          <p:cNvSpPr/>
          <p:nvPr/>
        </p:nvSpPr>
        <p:spPr>
          <a:xfrm>
            <a:off x="7159752" y="2468880"/>
            <a:ext cx="171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 %]</a:t>
            </a:r>
            <a:endParaRPr lang="en-US" sz="900" dirty="0"/>
          </a:p>
        </p:txBody>
      </p:sp>
      <p:sp>
        <p:nvSpPr>
          <p:cNvPr id="101" name="Shape 97"/>
          <p:cNvSpPr/>
          <p:nvPr/>
        </p:nvSpPr>
        <p:spPr>
          <a:xfrm>
            <a:off x="4617720" y="2889504"/>
            <a:ext cx="2468880" cy="402336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02" name="Text 98"/>
          <p:cNvSpPr/>
          <p:nvPr/>
        </p:nvSpPr>
        <p:spPr>
          <a:xfrm>
            <a:off x="4690872" y="2944368"/>
            <a:ext cx="2340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Cumulative OTIF (project to date):</a:t>
            </a:r>
            <a:endParaRPr lang="en-US" sz="900" dirty="0"/>
          </a:p>
        </p:txBody>
      </p:sp>
      <p:sp>
        <p:nvSpPr>
          <p:cNvPr id="103" name="Shape 99"/>
          <p:cNvSpPr/>
          <p:nvPr/>
        </p:nvSpPr>
        <p:spPr>
          <a:xfrm>
            <a:off x="7086600" y="2889504"/>
            <a:ext cx="1847088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04" name="Text 100"/>
          <p:cNvSpPr/>
          <p:nvPr/>
        </p:nvSpPr>
        <p:spPr>
          <a:xfrm>
            <a:off x="7159752" y="2944368"/>
            <a:ext cx="171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 %]</a:t>
            </a:r>
            <a:endParaRPr lang="en-US" sz="900" dirty="0"/>
          </a:p>
        </p:txBody>
      </p:sp>
      <p:sp>
        <p:nvSpPr>
          <p:cNvPr id="105" name="Shape 101"/>
          <p:cNvSpPr/>
          <p:nvPr/>
        </p:nvSpPr>
        <p:spPr>
          <a:xfrm>
            <a:off x="4617720" y="3364992"/>
            <a:ext cx="246888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06" name="Text 102"/>
          <p:cNvSpPr/>
          <p:nvPr/>
        </p:nvSpPr>
        <p:spPr>
          <a:xfrm>
            <a:off x="4690872" y="3419856"/>
            <a:ext cx="2340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NCRs raised this period:</a:t>
            </a:r>
            <a:endParaRPr lang="en-US" sz="900" dirty="0"/>
          </a:p>
        </p:txBody>
      </p:sp>
      <p:sp>
        <p:nvSpPr>
          <p:cNvPr id="107" name="Shape 103"/>
          <p:cNvSpPr/>
          <p:nvPr/>
        </p:nvSpPr>
        <p:spPr>
          <a:xfrm>
            <a:off x="7086600" y="3364992"/>
            <a:ext cx="1847088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08" name="Text 104"/>
          <p:cNvSpPr/>
          <p:nvPr/>
        </p:nvSpPr>
        <p:spPr>
          <a:xfrm>
            <a:off x="7159752" y="3419856"/>
            <a:ext cx="171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[n]</a:t>
            </a:r>
            <a:endParaRPr lang="en-US" sz="900" dirty="0"/>
          </a:p>
        </p:txBody>
      </p:sp>
      <p:sp>
        <p:nvSpPr>
          <p:cNvPr id="109" name="Shape 105"/>
          <p:cNvSpPr/>
          <p:nvPr/>
        </p:nvSpPr>
        <p:spPr>
          <a:xfrm>
            <a:off x="4617720" y="3840480"/>
            <a:ext cx="2468880" cy="402336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10" name="Text 106"/>
          <p:cNvSpPr/>
          <p:nvPr/>
        </p:nvSpPr>
        <p:spPr>
          <a:xfrm>
            <a:off x="4690872" y="3895344"/>
            <a:ext cx="2340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NCRs closed this period:</a:t>
            </a:r>
            <a:endParaRPr lang="en-US" sz="900" dirty="0"/>
          </a:p>
        </p:txBody>
      </p:sp>
      <p:sp>
        <p:nvSpPr>
          <p:cNvPr id="111" name="Shape 107"/>
          <p:cNvSpPr/>
          <p:nvPr/>
        </p:nvSpPr>
        <p:spPr>
          <a:xfrm>
            <a:off x="7086600" y="3840480"/>
            <a:ext cx="1847088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12" name="Text 108"/>
          <p:cNvSpPr/>
          <p:nvPr/>
        </p:nvSpPr>
        <p:spPr>
          <a:xfrm>
            <a:off x="7159752" y="3895344"/>
            <a:ext cx="171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[n]</a:t>
            </a:r>
            <a:endParaRPr lang="en-US" sz="900" dirty="0"/>
          </a:p>
        </p:txBody>
      </p:sp>
      <p:sp>
        <p:nvSpPr>
          <p:cNvPr id="113" name="Shape 109"/>
          <p:cNvSpPr/>
          <p:nvPr/>
        </p:nvSpPr>
        <p:spPr>
          <a:xfrm>
            <a:off x="4617720" y="4315968"/>
            <a:ext cx="246888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14" name="Text 110"/>
          <p:cNvSpPr/>
          <p:nvPr/>
        </p:nvSpPr>
        <p:spPr>
          <a:xfrm>
            <a:off x="4690872" y="4370832"/>
            <a:ext cx="2340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satisfaction (latest):</a:t>
            </a:r>
            <a:endParaRPr lang="en-US" sz="900" dirty="0"/>
          </a:p>
        </p:txBody>
      </p:sp>
      <p:sp>
        <p:nvSpPr>
          <p:cNvPr id="115" name="Shape 111"/>
          <p:cNvSpPr/>
          <p:nvPr/>
        </p:nvSpPr>
        <p:spPr>
          <a:xfrm>
            <a:off x="7086600" y="4315968"/>
            <a:ext cx="1847088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16" name="Text 112"/>
          <p:cNvSpPr/>
          <p:nvPr/>
        </p:nvSpPr>
        <p:spPr>
          <a:xfrm>
            <a:off x="7159752" y="4370832"/>
            <a:ext cx="171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</p:txBody>
      </p:sp>
      <p:sp>
        <p:nvSpPr>
          <p:cNvPr id="117" name="Rectangle 116"/>
          <p:cNvSpPr/>
          <p:nvPr/>
        </p:nvSpPr>
        <p:spPr>
          <a:xfrm>
            <a:off x="7516368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8" name="Picture 11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62088" y="100584"/>
            <a:ext cx="566928" cy="347472"/>
          </a:xfrm>
          <a:prstGeom prst="rect">
            <a:avLst/>
          </a:prstGeom>
        </p:spPr>
      </p:pic>
      <p:pic>
        <p:nvPicPr>
          <p:cNvPr id="119" name="Picture 11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74736" y="100584"/>
            <a:ext cx="658368" cy="347472"/>
          </a:xfrm>
          <a:prstGeom prst="rect">
            <a:avLst/>
          </a:prstGeom>
        </p:spPr>
      </p:pic>
      <p:sp>
        <p:nvSpPr>
          <p:cNvPr id="120" name="Rectangle 119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" cy="4892040"/>
          </a:xfrm>
          <a:prstGeom prst="rect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28600" y="109728"/>
            <a:ext cx="7680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9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RISKS &amp; ISSUES — PERIOD UPDATE</a:t>
            </a:r>
            <a:endParaRPr lang="en-US" sz="2100" dirty="0"/>
          </a:p>
        </p:txBody>
      </p:sp>
      <p:sp>
        <p:nvSpPr>
          <p:cNvPr id="9" name="Shape 5"/>
          <p:cNvSpPr/>
          <p:nvPr/>
        </p:nvSpPr>
        <p:spPr>
          <a:xfrm>
            <a:off x="182880" y="658368"/>
            <a:ext cx="914400" cy="310896"/>
          </a:xfrm>
          <a:prstGeom prst="rect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228600" y="676656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/ Issue ID</a:t>
            </a:r>
            <a:endParaRPr lang="en-US" sz="850" dirty="0"/>
          </a:p>
        </p:txBody>
      </p:sp>
      <p:sp>
        <p:nvSpPr>
          <p:cNvPr id="11" name="Shape 7"/>
          <p:cNvSpPr/>
          <p:nvPr/>
        </p:nvSpPr>
        <p:spPr>
          <a:xfrm>
            <a:off x="1097280" y="658368"/>
            <a:ext cx="2560320" cy="310896"/>
          </a:xfrm>
          <a:prstGeom prst="rect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1143000" y="676656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</a:t>
            </a:r>
            <a:endParaRPr lang="en-US" sz="850" dirty="0"/>
          </a:p>
        </p:txBody>
      </p:sp>
      <p:sp>
        <p:nvSpPr>
          <p:cNvPr id="13" name="Shape 9"/>
          <p:cNvSpPr/>
          <p:nvPr/>
        </p:nvSpPr>
        <p:spPr>
          <a:xfrm>
            <a:off x="3657600" y="658368"/>
            <a:ext cx="1097280" cy="310896"/>
          </a:xfrm>
          <a:prstGeom prst="rect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3703320" y="676656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</a:t>
            </a:r>
            <a:endParaRPr lang="en-US" sz="850" dirty="0"/>
          </a:p>
        </p:txBody>
      </p:sp>
      <p:sp>
        <p:nvSpPr>
          <p:cNvPr id="15" name="Shape 11"/>
          <p:cNvSpPr/>
          <p:nvPr/>
        </p:nvSpPr>
        <p:spPr>
          <a:xfrm>
            <a:off x="4754880" y="658368"/>
            <a:ext cx="868680" cy="310896"/>
          </a:xfrm>
          <a:prstGeom prst="rect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4800600" y="676656"/>
            <a:ext cx="795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Likelihood</a:t>
            </a:r>
            <a:endParaRPr lang="en-US" sz="850" dirty="0"/>
          </a:p>
        </p:txBody>
      </p:sp>
      <p:sp>
        <p:nvSpPr>
          <p:cNvPr id="17" name="Shape 13"/>
          <p:cNvSpPr/>
          <p:nvPr/>
        </p:nvSpPr>
        <p:spPr>
          <a:xfrm>
            <a:off x="5623560" y="658368"/>
            <a:ext cx="777240" cy="310896"/>
          </a:xfrm>
          <a:prstGeom prst="rect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669280" y="676656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</a:t>
            </a:r>
            <a:endParaRPr lang="en-US" sz="850" dirty="0"/>
          </a:p>
        </p:txBody>
      </p:sp>
      <p:sp>
        <p:nvSpPr>
          <p:cNvPr id="19" name="Shape 15"/>
          <p:cNvSpPr/>
          <p:nvPr/>
        </p:nvSpPr>
        <p:spPr>
          <a:xfrm>
            <a:off x="6400800" y="658368"/>
            <a:ext cx="685800" cy="310896"/>
          </a:xfrm>
          <a:prstGeom prst="rect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446520" y="676656"/>
            <a:ext cx="612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</a:t>
            </a:r>
            <a:endParaRPr lang="en-US" sz="850" dirty="0"/>
          </a:p>
        </p:txBody>
      </p:sp>
      <p:sp>
        <p:nvSpPr>
          <p:cNvPr id="21" name="Shape 17"/>
          <p:cNvSpPr/>
          <p:nvPr/>
        </p:nvSpPr>
        <p:spPr>
          <a:xfrm>
            <a:off x="7086600" y="658368"/>
            <a:ext cx="822960" cy="310896"/>
          </a:xfrm>
          <a:prstGeom prst="rect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7132320" y="676656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</a:t>
            </a:r>
            <a:endParaRPr lang="en-US" sz="850" dirty="0"/>
          </a:p>
        </p:txBody>
      </p:sp>
      <p:sp>
        <p:nvSpPr>
          <p:cNvPr id="23" name="Shape 19"/>
          <p:cNvSpPr/>
          <p:nvPr/>
        </p:nvSpPr>
        <p:spPr>
          <a:xfrm>
            <a:off x="7909560" y="658368"/>
            <a:ext cx="1920240" cy="310896"/>
          </a:xfrm>
          <a:prstGeom prst="rect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7955280" y="676656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Mitigation / Response</a:t>
            </a:r>
            <a:endParaRPr lang="en-US" sz="850" dirty="0"/>
          </a:p>
        </p:txBody>
      </p:sp>
      <p:sp>
        <p:nvSpPr>
          <p:cNvPr id="25" name="Shape 21"/>
          <p:cNvSpPr/>
          <p:nvPr/>
        </p:nvSpPr>
        <p:spPr>
          <a:xfrm>
            <a:off x="9829800" y="658368"/>
            <a:ext cx="914400" cy="310896"/>
          </a:xfrm>
          <a:prstGeom prst="rect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9875520" y="676656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</a:t>
            </a:r>
            <a:endParaRPr lang="en-US" sz="850" dirty="0"/>
          </a:p>
        </p:txBody>
      </p:sp>
      <p:sp>
        <p:nvSpPr>
          <p:cNvPr id="27" name="Shape 23"/>
          <p:cNvSpPr/>
          <p:nvPr/>
        </p:nvSpPr>
        <p:spPr>
          <a:xfrm>
            <a:off x="10744200" y="658368"/>
            <a:ext cx="804672" cy="310896"/>
          </a:xfrm>
          <a:prstGeom prst="rect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10789920" y="676656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</a:t>
            </a:r>
            <a:endParaRPr lang="en-US" sz="850" dirty="0"/>
          </a:p>
        </p:txBody>
      </p:sp>
      <p:sp>
        <p:nvSpPr>
          <p:cNvPr id="29" name="Shape 25"/>
          <p:cNvSpPr/>
          <p:nvPr/>
        </p:nvSpPr>
        <p:spPr>
          <a:xfrm>
            <a:off x="182880" y="1024128"/>
            <a:ext cx="914400" cy="438912"/>
          </a:xfrm>
          <a:prstGeom prst="rect">
            <a:avLst/>
          </a:prstGeom>
          <a:solidFill>
            <a:srgbClr val="EBF7F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228600" y="1078992"/>
            <a:ext cx="84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</p:txBody>
      </p:sp>
      <p:sp>
        <p:nvSpPr>
          <p:cNvPr id="31" name="Shape 27"/>
          <p:cNvSpPr/>
          <p:nvPr/>
        </p:nvSpPr>
        <p:spPr>
          <a:xfrm>
            <a:off x="1097280" y="1024128"/>
            <a:ext cx="2560320" cy="438912"/>
          </a:xfrm>
          <a:prstGeom prst="rect">
            <a:avLst/>
          </a:prstGeom>
          <a:solidFill>
            <a:srgbClr val="EBF7F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1143000" y="1078992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</p:txBody>
      </p:sp>
      <p:sp>
        <p:nvSpPr>
          <p:cNvPr id="33" name="Shape 29"/>
          <p:cNvSpPr/>
          <p:nvPr/>
        </p:nvSpPr>
        <p:spPr>
          <a:xfrm>
            <a:off x="3657600" y="1024128"/>
            <a:ext cx="1097280" cy="438912"/>
          </a:xfrm>
          <a:prstGeom prst="rect">
            <a:avLst/>
          </a:prstGeom>
          <a:solidFill>
            <a:srgbClr val="EBF7F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3703320" y="1078992"/>
            <a:ext cx="1024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</p:txBody>
      </p:sp>
      <p:sp>
        <p:nvSpPr>
          <p:cNvPr id="35" name="Shape 31"/>
          <p:cNvSpPr/>
          <p:nvPr/>
        </p:nvSpPr>
        <p:spPr>
          <a:xfrm>
            <a:off x="4754880" y="1024128"/>
            <a:ext cx="868680" cy="438912"/>
          </a:xfrm>
          <a:prstGeom prst="rect">
            <a:avLst/>
          </a:prstGeom>
          <a:solidFill>
            <a:srgbClr val="EBF7F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4800600" y="1078992"/>
            <a:ext cx="795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</p:txBody>
      </p:sp>
      <p:sp>
        <p:nvSpPr>
          <p:cNvPr id="37" name="Shape 33"/>
          <p:cNvSpPr/>
          <p:nvPr/>
        </p:nvSpPr>
        <p:spPr>
          <a:xfrm>
            <a:off x="5623560" y="1024128"/>
            <a:ext cx="777240" cy="438912"/>
          </a:xfrm>
          <a:prstGeom prst="rect">
            <a:avLst/>
          </a:prstGeom>
          <a:solidFill>
            <a:srgbClr val="EBF7F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5669280" y="1078992"/>
            <a:ext cx="704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</p:txBody>
      </p:sp>
      <p:sp>
        <p:nvSpPr>
          <p:cNvPr id="39" name="Shape 35"/>
          <p:cNvSpPr/>
          <p:nvPr/>
        </p:nvSpPr>
        <p:spPr>
          <a:xfrm>
            <a:off x="6400800" y="1024128"/>
            <a:ext cx="685800" cy="438912"/>
          </a:xfrm>
          <a:prstGeom prst="rect">
            <a:avLst/>
          </a:prstGeom>
          <a:solidFill>
            <a:srgbClr val="EBF7F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6446520" y="1078992"/>
            <a:ext cx="612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</p:txBody>
      </p:sp>
      <p:sp>
        <p:nvSpPr>
          <p:cNvPr id="41" name="Shape 37"/>
          <p:cNvSpPr/>
          <p:nvPr/>
        </p:nvSpPr>
        <p:spPr>
          <a:xfrm>
            <a:off x="7086600" y="1024128"/>
            <a:ext cx="822960" cy="438912"/>
          </a:xfrm>
          <a:prstGeom prst="rect">
            <a:avLst/>
          </a:prstGeom>
          <a:solidFill>
            <a:srgbClr val="EBF7F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7132320" y="1078992"/>
            <a:ext cx="749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</p:txBody>
      </p:sp>
      <p:sp>
        <p:nvSpPr>
          <p:cNvPr id="43" name="Shape 39"/>
          <p:cNvSpPr/>
          <p:nvPr/>
        </p:nvSpPr>
        <p:spPr>
          <a:xfrm>
            <a:off x="7909560" y="1024128"/>
            <a:ext cx="1920240" cy="438912"/>
          </a:xfrm>
          <a:prstGeom prst="rect">
            <a:avLst/>
          </a:prstGeom>
          <a:solidFill>
            <a:srgbClr val="EBF7F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7955280" y="1078992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</p:txBody>
      </p:sp>
      <p:sp>
        <p:nvSpPr>
          <p:cNvPr id="45" name="Shape 41"/>
          <p:cNvSpPr/>
          <p:nvPr/>
        </p:nvSpPr>
        <p:spPr>
          <a:xfrm>
            <a:off x="9829800" y="1024128"/>
            <a:ext cx="914400" cy="438912"/>
          </a:xfrm>
          <a:prstGeom prst="rect">
            <a:avLst/>
          </a:prstGeom>
          <a:solidFill>
            <a:srgbClr val="EBF7F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6" name="Text 42"/>
          <p:cNvSpPr/>
          <p:nvPr/>
        </p:nvSpPr>
        <p:spPr>
          <a:xfrm>
            <a:off x="9875520" y="1078992"/>
            <a:ext cx="84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</p:txBody>
      </p:sp>
      <p:sp>
        <p:nvSpPr>
          <p:cNvPr id="47" name="Shape 43"/>
          <p:cNvSpPr/>
          <p:nvPr/>
        </p:nvSpPr>
        <p:spPr>
          <a:xfrm>
            <a:off x="10744200" y="1024128"/>
            <a:ext cx="804672" cy="438912"/>
          </a:xfrm>
          <a:prstGeom prst="rect">
            <a:avLst/>
          </a:prstGeom>
          <a:solidFill>
            <a:srgbClr val="EBF7F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8" name="Text 44"/>
          <p:cNvSpPr/>
          <p:nvPr/>
        </p:nvSpPr>
        <p:spPr>
          <a:xfrm>
            <a:off x="10789920" y="1078992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</p:txBody>
      </p:sp>
      <p:sp>
        <p:nvSpPr>
          <p:cNvPr id="49" name="Shape 45"/>
          <p:cNvSpPr/>
          <p:nvPr/>
        </p:nvSpPr>
        <p:spPr>
          <a:xfrm>
            <a:off x="182880" y="1527048"/>
            <a:ext cx="9144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0" name="Text 46"/>
          <p:cNvSpPr/>
          <p:nvPr/>
        </p:nvSpPr>
        <p:spPr>
          <a:xfrm>
            <a:off x="228600" y="1581912"/>
            <a:ext cx="84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</p:txBody>
      </p:sp>
      <p:sp>
        <p:nvSpPr>
          <p:cNvPr id="51" name="Shape 47"/>
          <p:cNvSpPr/>
          <p:nvPr/>
        </p:nvSpPr>
        <p:spPr>
          <a:xfrm>
            <a:off x="1097280" y="1527048"/>
            <a:ext cx="25603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2" name="Text 48"/>
          <p:cNvSpPr/>
          <p:nvPr/>
        </p:nvSpPr>
        <p:spPr>
          <a:xfrm>
            <a:off x="1143000" y="1581912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</p:txBody>
      </p:sp>
      <p:sp>
        <p:nvSpPr>
          <p:cNvPr id="53" name="Shape 49"/>
          <p:cNvSpPr/>
          <p:nvPr/>
        </p:nvSpPr>
        <p:spPr>
          <a:xfrm>
            <a:off x="3657600" y="1527048"/>
            <a:ext cx="10972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4" name="Text 50"/>
          <p:cNvSpPr/>
          <p:nvPr/>
        </p:nvSpPr>
        <p:spPr>
          <a:xfrm>
            <a:off x="3703320" y="1581912"/>
            <a:ext cx="1024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</p:txBody>
      </p:sp>
      <p:sp>
        <p:nvSpPr>
          <p:cNvPr id="55" name="Shape 51"/>
          <p:cNvSpPr/>
          <p:nvPr/>
        </p:nvSpPr>
        <p:spPr>
          <a:xfrm>
            <a:off x="4754880" y="1527048"/>
            <a:ext cx="8686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6" name="Text 52"/>
          <p:cNvSpPr/>
          <p:nvPr/>
        </p:nvSpPr>
        <p:spPr>
          <a:xfrm>
            <a:off x="4800600" y="1581912"/>
            <a:ext cx="795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</p:txBody>
      </p:sp>
      <p:sp>
        <p:nvSpPr>
          <p:cNvPr id="57" name="Shape 53"/>
          <p:cNvSpPr/>
          <p:nvPr/>
        </p:nvSpPr>
        <p:spPr>
          <a:xfrm>
            <a:off x="5623560" y="1527048"/>
            <a:ext cx="7772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8" name="Text 54"/>
          <p:cNvSpPr/>
          <p:nvPr/>
        </p:nvSpPr>
        <p:spPr>
          <a:xfrm>
            <a:off x="5669280" y="1581912"/>
            <a:ext cx="704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</p:txBody>
      </p:sp>
      <p:sp>
        <p:nvSpPr>
          <p:cNvPr id="59" name="Shape 55"/>
          <p:cNvSpPr/>
          <p:nvPr/>
        </p:nvSpPr>
        <p:spPr>
          <a:xfrm>
            <a:off x="6400800" y="1527048"/>
            <a:ext cx="6858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0" name="Text 56"/>
          <p:cNvSpPr/>
          <p:nvPr/>
        </p:nvSpPr>
        <p:spPr>
          <a:xfrm>
            <a:off x="6446520" y="1581912"/>
            <a:ext cx="612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</p:txBody>
      </p:sp>
      <p:sp>
        <p:nvSpPr>
          <p:cNvPr id="61" name="Shape 57"/>
          <p:cNvSpPr/>
          <p:nvPr/>
        </p:nvSpPr>
        <p:spPr>
          <a:xfrm>
            <a:off x="7086600" y="1527048"/>
            <a:ext cx="8229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2" name="Text 58"/>
          <p:cNvSpPr/>
          <p:nvPr/>
        </p:nvSpPr>
        <p:spPr>
          <a:xfrm>
            <a:off x="7132320" y="1581912"/>
            <a:ext cx="749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</p:txBody>
      </p:sp>
      <p:sp>
        <p:nvSpPr>
          <p:cNvPr id="63" name="Shape 59"/>
          <p:cNvSpPr/>
          <p:nvPr/>
        </p:nvSpPr>
        <p:spPr>
          <a:xfrm>
            <a:off x="7909560" y="1527048"/>
            <a:ext cx="19202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4" name="Text 60"/>
          <p:cNvSpPr/>
          <p:nvPr/>
        </p:nvSpPr>
        <p:spPr>
          <a:xfrm>
            <a:off x="7955280" y="1581912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</p:txBody>
      </p:sp>
      <p:sp>
        <p:nvSpPr>
          <p:cNvPr id="65" name="Shape 61"/>
          <p:cNvSpPr/>
          <p:nvPr/>
        </p:nvSpPr>
        <p:spPr>
          <a:xfrm>
            <a:off x="9829800" y="1527048"/>
            <a:ext cx="9144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6" name="Text 62"/>
          <p:cNvSpPr/>
          <p:nvPr/>
        </p:nvSpPr>
        <p:spPr>
          <a:xfrm>
            <a:off x="9875520" y="1581912"/>
            <a:ext cx="84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</p:txBody>
      </p:sp>
      <p:sp>
        <p:nvSpPr>
          <p:cNvPr id="67" name="Shape 63"/>
          <p:cNvSpPr/>
          <p:nvPr/>
        </p:nvSpPr>
        <p:spPr>
          <a:xfrm>
            <a:off x="10744200" y="1527048"/>
            <a:ext cx="804672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8" name="Text 64"/>
          <p:cNvSpPr/>
          <p:nvPr/>
        </p:nvSpPr>
        <p:spPr>
          <a:xfrm>
            <a:off x="10789920" y="1581912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</p:txBody>
      </p:sp>
      <p:sp>
        <p:nvSpPr>
          <p:cNvPr id="69" name="Shape 65"/>
          <p:cNvSpPr/>
          <p:nvPr/>
        </p:nvSpPr>
        <p:spPr>
          <a:xfrm>
            <a:off x="182880" y="2029968"/>
            <a:ext cx="914400" cy="438912"/>
          </a:xfrm>
          <a:prstGeom prst="rect">
            <a:avLst/>
          </a:prstGeom>
          <a:solidFill>
            <a:srgbClr val="EBF7F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70" name="Text 66"/>
          <p:cNvSpPr/>
          <p:nvPr/>
        </p:nvSpPr>
        <p:spPr>
          <a:xfrm>
            <a:off x="228600" y="2084832"/>
            <a:ext cx="84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</p:txBody>
      </p:sp>
      <p:sp>
        <p:nvSpPr>
          <p:cNvPr id="71" name="Shape 67"/>
          <p:cNvSpPr/>
          <p:nvPr/>
        </p:nvSpPr>
        <p:spPr>
          <a:xfrm>
            <a:off x="1097280" y="2029968"/>
            <a:ext cx="2560320" cy="438912"/>
          </a:xfrm>
          <a:prstGeom prst="rect">
            <a:avLst/>
          </a:prstGeom>
          <a:solidFill>
            <a:srgbClr val="EBF7F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72" name="Text 68"/>
          <p:cNvSpPr/>
          <p:nvPr/>
        </p:nvSpPr>
        <p:spPr>
          <a:xfrm>
            <a:off x="1143000" y="2084832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</p:txBody>
      </p:sp>
      <p:sp>
        <p:nvSpPr>
          <p:cNvPr id="73" name="Shape 69"/>
          <p:cNvSpPr/>
          <p:nvPr/>
        </p:nvSpPr>
        <p:spPr>
          <a:xfrm>
            <a:off x="3657600" y="2029968"/>
            <a:ext cx="1097280" cy="438912"/>
          </a:xfrm>
          <a:prstGeom prst="rect">
            <a:avLst/>
          </a:prstGeom>
          <a:solidFill>
            <a:srgbClr val="EBF7F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74" name="Text 70"/>
          <p:cNvSpPr/>
          <p:nvPr/>
        </p:nvSpPr>
        <p:spPr>
          <a:xfrm>
            <a:off x="3703320" y="2084832"/>
            <a:ext cx="1024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</p:txBody>
      </p:sp>
      <p:sp>
        <p:nvSpPr>
          <p:cNvPr id="75" name="Shape 71"/>
          <p:cNvSpPr/>
          <p:nvPr/>
        </p:nvSpPr>
        <p:spPr>
          <a:xfrm>
            <a:off x="4754880" y="2029968"/>
            <a:ext cx="868680" cy="438912"/>
          </a:xfrm>
          <a:prstGeom prst="rect">
            <a:avLst/>
          </a:prstGeom>
          <a:solidFill>
            <a:srgbClr val="EBF7F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76" name="Text 72"/>
          <p:cNvSpPr/>
          <p:nvPr/>
        </p:nvSpPr>
        <p:spPr>
          <a:xfrm>
            <a:off x="4800600" y="2084832"/>
            <a:ext cx="795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</p:txBody>
      </p:sp>
      <p:sp>
        <p:nvSpPr>
          <p:cNvPr id="77" name="Shape 73"/>
          <p:cNvSpPr/>
          <p:nvPr/>
        </p:nvSpPr>
        <p:spPr>
          <a:xfrm>
            <a:off x="5623560" y="2029968"/>
            <a:ext cx="777240" cy="438912"/>
          </a:xfrm>
          <a:prstGeom prst="rect">
            <a:avLst/>
          </a:prstGeom>
          <a:solidFill>
            <a:srgbClr val="EBF7F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78" name="Text 74"/>
          <p:cNvSpPr/>
          <p:nvPr/>
        </p:nvSpPr>
        <p:spPr>
          <a:xfrm>
            <a:off x="5669280" y="2084832"/>
            <a:ext cx="704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</p:txBody>
      </p:sp>
      <p:sp>
        <p:nvSpPr>
          <p:cNvPr id="79" name="Shape 75"/>
          <p:cNvSpPr/>
          <p:nvPr/>
        </p:nvSpPr>
        <p:spPr>
          <a:xfrm>
            <a:off x="6400800" y="2029968"/>
            <a:ext cx="685800" cy="438912"/>
          </a:xfrm>
          <a:prstGeom prst="rect">
            <a:avLst/>
          </a:prstGeom>
          <a:solidFill>
            <a:srgbClr val="EBF7F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80" name="Text 76"/>
          <p:cNvSpPr/>
          <p:nvPr/>
        </p:nvSpPr>
        <p:spPr>
          <a:xfrm>
            <a:off x="6446520" y="2084832"/>
            <a:ext cx="612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</p:txBody>
      </p:sp>
      <p:sp>
        <p:nvSpPr>
          <p:cNvPr id="81" name="Shape 77"/>
          <p:cNvSpPr/>
          <p:nvPr/>
        </p:nvSpPr>
        <p:spPr>
          <a:xfrm>
            <a:off x="7086600" y="2029968"/>
            <a:ext cx="822960" cy="438912"/>
          </a:xfrm>
          <a:prstGeom prst="rect">
            <a:avLst/>
          </a:prstGeom>
          <a:solidFill>
            <a:srgbClr val="EBF7F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82" name="Text 78"/>
          <p:cNvSpPr/>
          <p:nvPr/>
        </p:nvSpPr>
        <p:spPr>
          <a:xfrm>
            <a:off x="7132320" y="2084832"/>
            <a:ext cx="749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</p:txBody>
      </p:sp>
      <p:sp>
        <p:nvSpPr>
          <p:cNvPr id="83" name="Shape 79"/>
          <p:cNvSpPr/>
          <p:nvPr/>
        </p:nvSpPr>
        <p:spPr>
          <a:xfrm>
            <a:off x="7909560" y="2029968"/>
            <a:ext cx="1920240" cy="438912"/>
          </a:xfrm>
          <a:prstGeom prst="rect">
            <a:avLst/>
          </a:prstGeom>
          <a:solidFill>
            <a:srgbClr val="EBF7F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84" name="Text 80"/>
          <p:cNvSpPr/>
          <p:nvPr/>
        </p:nvSpPr>
        <p:spPr>
          <a:xfrm>
            <a:off x="7955280" y="2084832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</p:txBody>
      </p:sp>
      <p:sp>
        <p:nvSpPr>
          <p:cNvPr id="85" name="Shape 81"/>
          <p:cNvSpPr/>
          <p:nvPr/>
        </p:nvSpPr>
        <p:spPr>
          <a:xfrm>
            <a:off x="9829800" y="2029968"/>
            <a:ext cx="914400" cy="438912"/>
          </a:xfrm>
          <a:prstGeom prst="rect">
            <a:avLst/>
          </a:prstGeom>
          <a:solidFill>
            <a:srgbClr val="EBF7F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86" name="Text 82"/>
          <p:cNvSpPr/>
          <p:nvPr/>
        </p:nvSpPr>
        <p:spPr>
          <a:xfrm>
            <a:off x="9875520" y="2084832"/>
            <a:ext cx="84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</p:txBody>
      </p:sp>
      <p:sp>
        <p:nvSpPr>
          <p:cNvPr id="87" name="Shape 83"/>
          <p:cNvSpPr/>
          <p:nvPr/>
        </p:nvSpPr>
        <p:spPr>
          <a:xfrm>
            <a:off x="10744200" y="2029968"/>
            <a:ext cx="804672" cy="438912"/>
          </a:xfrm>
          <a:prstGeom prst="rect">
            <a:avLst/>
          </a:prstGeom>
          <a:solidFill>
            <a:srgbClr val="EBF7F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88" name="Text 84"/>
          <p:cNvSpPr/>
          <p:nvPr/>
        </p:nvSpPr>
        <p:spPr>
          <a:xfrm>
            <a:off x="10789920" y="2084832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</p:txBody>
      </p:sp>
      <p:sp>
        <p:nvSpPr>
          <p:cNvPr id="89" name="Shape 85"/>
          <p:cNvSpPr/>
          <p:nvPr/>
        </p:nvSpPr>
        <p:spPr>
          <a:xfrm>
            <a:off x="182880" y="2532888"/>
            <a:ext cx="9144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90" name="Text 86"/>
          <p:cNvSpPr/>
          <p:nvPr/>
        </p:nvSpPr>
        <p:spPr>
          <a:xfrm>
            <a:off x="228600" y="2587752"/>
            <a:ext cx="84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</p:txBody>
      </p:sp>
      <p:sp>
        <p:nvSpPr>
          <p:cNvPr id="91" name="Shape 87"/>
          <p:cNvSpPr/>
          <p:nvPr/>
        </p:nvSpPr>
        <p:spPr>
          <a:xfrm>
            <a:off x="1097280" y="2532888"/>
            <a:ext cx="25603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92" name="Text 88"/>
          <p:cNvSpPr/>
          <p:nvPr/>
        </p:nvSpPr>
        <p:spPr>
          <a:xfrm>
            <a:off x="1143000" y="2587752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</p:txBody>
      </p:sp>
      <p:sp>
        <p:nvSpPr>
          <p:cNvPr id="93" name="Shape 89"/>
          <p:cNvSpPr/>
          <p:nvPr/>
        </p:nvSpPr>
        <p:spPr>
          <a:xfrm>
            <a:off x="3657600" y="2532888"/>
            <a:ext cx="10972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94" name="Text 90"/>
          <p:cNvSpPr/>
          <p:nvPr/>
        </p:nvSpPr>
        <p:spPr>
          <a:xfrm>
            <a:off x="3703320" y="2587752"/>
            <a:ext cx="1024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</p:txBody>
      </p:sp>
      <p:sp>
        <p:nvSpPr>
          <p:cNvPr id="95" name="Shape 91"/>
          <p:cNvSpPr/>
          <p:nvPr/>
        </p:nvSpPr>
        <p:spPr>
          <a:xfrm>
            <a:off x="4754880" y="2532888"/>
            <a:ext cx="8686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96" name="Text 92"/>
          <p:cNvSpPr/>
          <p:nvPr/>
        </p:nvSpPr>
        <p:spPr>
          <a:xfrm>
            <a:off x="4800600" y="2587752"/>
            <a:ext cx="795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</p:txBody>
      </p:sp>
      <p:sp>
        <p:nvSpPr>
          <p:cNvPr id="97" name="Shape 93"/>
          <p:cNvSpPr/>
          <p:nvPr/>
        </p:nvSpPr>
        <p:spPr>
          <a:xfrm>
            <a:off x="5623560" y="2532888"/>
            <a:ext cx="7772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98" name="Text 94"/>
          <p:cNvSpPr/>
          <p:nvPr/>
        </p:nvSpPr>
        <p:spPr>
          <a:xfrm>
            <a:off x="5669280" y="2587752"/>
            <a:ext cx="704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</p:txBody>
      </p:sp>
      <p:sp>
        <p:nvSpPr>
          <p:cNvPr id="99" name="Shape 95"/>
          <p:cNvSpPr/>
          <p:nvPr/>
        </p:nvSpPr>
        <p:spPr>
          <a:xfrm>
            <a:off x="6400800" y="2532888"/>
            <a:ext cx="6858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00" name="Text 96"/>
          <p:cNvSpPr/>
          <p:nvPr/>
        </p:nvSpPr>
        <p:spPr>
          <a:xfrm>
            <a:off x="6446520" y="2587752"/>
            <a:ext cx="612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</p:txBody>
      </p:sp>
      <p:sp>
        <p:nvSpPr>
          <p:cNvPr id="101" name="Shape 97"/>
          <p:cNvSpPr/>
          <p:nvPr/>
        </p:nvSpPr>
        <p:spPr>
          <a:xfrm>
            <a:off x="7086600" y="2532888"/>
            <a:ext cx="8229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02" name="Text 98"/>
          <p:cNvSpPr/>
          <p:nvPr/>
        </p:nvSpPr>
        <p:spPr>
          <a:xfrm>
            <a:off x="7132320" y="2587752"/>
            <a:ext cx="749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</p:txBody>
      </p:sp>
      <p:sp>
        <p:nvSpPr>
          <p:cNvPr id="103" name="Shape 99"/>
          <p:cNvSpPr/>
          <p:nvPr/>
        </p:nvSpPr>
        <p:spPr>
          <a:xfrm>
            <a:off x="7909560" y="2532888"/>
            <a:ext cx="19202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04" name="Text 100"/>
          <p:cNvSpPr/>
          <p:nvPr/>
        </p:nvSpPr>
        <p:spPr>
          <a:xfrm>
            <a:off x="7955280" y="2587752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</p:txBody>
      </p:sp>
      <p:sp>
        <p:nvSpPr>
          <p:cNvPr id="105" name="Shape 101"/>
          <p:cNvSpPr/>
          <p:nvPr/>
        </p:nvSpPr>
        <p:spPr>
          <a:xfrm>
            <a:off x="9829800" y="2532888"/>
            <a:ext cx="9144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06" name="Text 102"/>
          <p:cNvSpPr/>
          <p:nvPr/>
        </p:nvSpPr>
        <p:spPr>
          <a:xfrm>
            <a:off x="9875520" y="2587752"/>
            <a:ext cx="84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</p:txBody>
      </p:sp>
      <p:sp>
        <p:nvSpPr>
          <p:cNvPr id="107" name="Shape 103"/>
          <p:cNvSpPr/>
          <p:nvPr/>
        </p:nvSpPr>
        <p:spPr>
          <a:xfrm>
            <a:off x="10744200" y="2532888"/>
            <a:ext cx="804672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08" name="Text 104"/>
          <p:cNvSpPr/>
          <p:nvPr/>
        </p:nvSpPr>
        <p:spPr>
          <a:xfrm>
            <a:off x="10789920" y="2587752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</p:txBody>
      </p:sp>
      <p:sp>
        <p:nvSpPr>
          <p:cNvPr id="109" name="Shape 105"/>
          <p:cNvSpPr/>
          <p:nvPr/>
        </p:nvSpPr>
        <p:spPr>
          <a:xfrm>
            <a:off x="182880" y="3035808"/>
            <a:ext cx="914400" cy="438912"/>
          </a:xfrm>
          <a:prstGeom prst="rect">
            <a:avLst/>
          </a:prstGeom>
          <a:solidFill>
            <a:srgbClr val="EBF7F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10" name="Text 106"/>
          <p:cNvSpPr/>
          <p:nvPr/>
        </p:nvSpPr>
        <p:spPr>
          <a:xfrm>
            <a:off x="228600" y="3090672"/>
            <a:ext cx="84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</p:txBody>
      </p:sp>
      <p:sp>
        <p:nvSpPr>
          <p:cNvPr id="111" name="Shape 107"/>
          <p:cNvSpPr/>
          <p:nvPr/>
        </p:nvSpPr>
        <p:spPr>
          <a:xfrm>
            <a:off x="1097280" y="3035808"/>
            <a:ext cx="2560320" cy="438912"/>
          </a:xfrm>
          <a:prstGeom prst="rect">
            <a:avLst/>
          </a:prstGeom>
          <a:solidFill>
            <a:srgbClr val="EBF7F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12" name="Text 108"/>
          <p:cNvSpPr/>
          <p:nvPr/>
        </p:nvSpPr>
        <p:spPr>
          <a:xfrm>
            <a:off x="1143000" y="3090672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</p:txBody>
      </p:sp>
      <p:sp>
        <p:nvSpPr>
          <p:cNvPr id="113" name="Shape 109"/>
          <p:cNvSpPr/>
          <p:nvPr/>
        </p:nvSpPr>
        <p:spPr>
          <a:xfrm>
            <a:off x="3657600" y="3035808"/>
            <a:ext cx="1097280" cy="438912"/>
          </a:xfrm>
          <a:prstGeom prst="rect">
            <a:avLst/>
          </a:prstGeom>
          <a:solidFill>
            <a:srgbClr val="EBF7F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14" name="Text 110"/>
          <p:cNvSpPr/>
          <p:nvPr/>
        </p:nvSpPr>
        <p:spPr>
          <a:xfrm>
            <a:off x="3703320" y="3090672"/>
            <a:ext cx="1024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</p:txBody>
      </p:sp>
      <p:sp>
        <p:nvSpPr>
          <p:cNvPr id="115" name="Shape 111"/>
          <p:cNvSpPr/>
          <p:nvPr/>
        </p:nvSpPr>
        <p:spPr>
          <a:xfrm>
            <a:off x="4754880" y="3035808"/>
            <a:ext cx="868680" cy="438912"/>
          </a:xfrm>
          <a:prstGeom prst="rect">
            <a:avLst/>
          </a:prstGeom>
          <a:solidFill>
            <a:srgbClr val="EBF7F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16" name="Text 112"/>
          <p:cNvSpPr/>
          <p:nvPr/>
        </p:nvSpPr>
        <p:spPr>
          <a:xfrm>
            <a:off x="4800600" y="3090672"/>
            <a:ext cx="795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</p:txBody>
      </p:sp>
      <p:sp>
        <p:nvSpPr>
          <p:cNvPr id="117" name="Shape 113"/>
          <p:cNvSpPr/>
          <p:nvPr/>
        </p:nvSpPr>
        <p:spPr>
          <a:xfrm>
            <a:off x="5623560" y="3035808"/>
            <a:ext cx="777240" cy="438912"/>
          </a:xfrm>
          <a:prstGeom prst="rect">
            <a:avLst/>
          </a:prstGeom>
          <a:solidFill>
            <a:srgbClr val="EBF7F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18" name="Text 114"/>
          <p:cNvSpPr/>
          <p:nvPr/>
        </p:nvSpPr>
        <p:spPr>
          <a:xfrm>
            <a:off x="5669280" y="3090672"/>
            <a:ext cx="704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</p:txBody>
      </p:sp>
      <p:sp>
        <p:nvSpPr>
          <p:cNvPr id="119" name="Shape 115"/>
          <p:cNvSpPr/>
          <p:nvPr/>
        </p:nvSpPr>
        <p:spPr>
          <a:xfrm>
            <a:off x="6400800" y="3035808"/>
            <a:ext cx="685800" cy="438912"/>
          </a:xfrm>
          <a:prstGeom prst="rect">
            <a:avLst/>
          </a:prstGeom>
          <a:solidFill>
            <a:srgbClr val="EBF7F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20" name="Text 116"/>
          <p:cNvSpPr/>
          <p:nvPr/>
        </p:nvSpPr>
        <p:spPr>
          <a:xfrm>
            <a:off x="6446520" y="3090672"/>
            <a:ext cx="612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</p:txBody>
      </p:sp>
      <p:sp>
        <p:nvSpPr>
          <p:cNvPr id="121" name="Shape 117"/>
          <p:cNvSpPr/>
          <p:nvPr/>
        </p:nvSpPr>
        <p:spPr>
          <a:xfrm>
            <a:off x="7086600" y="3035808"/>
            <a:ext cx="822960" cy="438912"/>
          </a:xfrm>
          <a:prstGeom prst="rect">
            <a:avLst/>
          </a:prstGeom>
          <a:solidFill>
            <a:srgbClr val="EBF7F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22" name="Text 118"/>
          <p:cNvSpPr/>
          <p:nvPr/>
        </p:nvSpPr>
        <p:spPr>
          <a:xfrm>
            <a:off x="7132320" y="3090672"/>
            <a:ext cx="749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</p:txBody>
      </p:sp>
      <p:sp>
        <p:nvSpPr>
          <p:cNvPr id="123" name="Shape 119"/>
          <p:cNvSpPr/>
          <p:nvPr/>
        </p:nvSpPr>
        <p:spPr>
          <a:xfrm>
            <a:off x="7909560" y="3035808"/>
            <a:ext cx="1920240" cy="438912"/>
          </a:xfrm>
          <a:prstGeom prst="rect">
            <a:avLst/>
          </a:prstGeom>
          <a:solidFill>
            <a:srgbClr val="EBF7F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24" name="Text 120"/>
          <p:cNvSpPr/>
          <p:nvPr/>
        </p:nvSpPr>
        <p:spPr>
          <a:xfrm>
            <a:off x="7955280" y="3090672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</p:txBody>
      </p:sp>
      <p:sp>
        <p:nvSpPr>
          <p:cNvPr id="125" name="Shape 121"/>
          <p:cNvSpPr/>
          <p:nvPr/>
        </p:nvSpPr>
        <p:spPr>
          <a:xfrm>
            <a:off x="9829800" y="3035808"/>
            <a:ext cx="914400" cy="438912"/>
          </a:xfrm>
          <a:prstGeom prst="rect">
            <a:avLst/>
          </a:prstGeom>
          <a:solidFill>
            <a:srgbClr val="EBF7F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26" name="Text 122"/>
          <p:cNvSpPr/>
          <p:nvPr/>
        </p:nvSpPr>
        <p:spPr>
          <a:xfrm>
            <a:off x="9875520" y="3090672"/>
            <a:ext cx="84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</p:txBody>
      </p:sp>
      <p:sp>
        <p:nvSpPr>
          <p:cNvPr id="127" name="Shape 123"/>
          <p:cNvSpPr/>
          <p:nvPr/>
        </p:nvSpPr>
        <p:spPr>
          <a:xfrm>
            <a:off x="10744200" y="3035808"/>
            <a:ext cx="804672" cy="438912"/>
          </a:xfrm>
          <a:prstGeom prst="rect">
            <a:avLst/>
          </a:prstGeom>
          <a:solidFill>
            <a:srgbClr val="EBF7F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28" name="Text 124"/>
          <p:cNvSpPr/>
          <p:nvPr/>
        </p:nvSpPr>
        <p:spPr>
          <a:xfrm>
            <a:off x="10789920" y="3090672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</p:txBody>
      </p:sp>
      <p:sp>
        <p:nvSpPr>
          <p:cNvPr id="129" name="Shape 125"/>
          <p:cNvSpPr/>
          <p:nvPr/>
        </p:nvSpPr>
        <p:spPr>
          <a:xfrm>
            <a:off x="182880" y="3538728"/>
            <a:ext cx="9144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30" name="Text 126"/>
          <p:cNvSpPr/>
          <p:nvPr/>
        </p:nvSpPr>
        <p:spPr>
          <a:xfrm>
            <a:off x="228600" y="3593592"/>
            <a:ext cx="84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</p:txBody>
      </p:sp>
      <p:sp>
        <p:nvSpPr>
          <p:cNvPr id="131" name="Shape 127"/>
          <p:cNvSpPr/>
          <p:nvPr/>
        </p:nvSpPr>
        <p:spPr>
          <a:xfrm>
            <a:off x="1097280" y="3538728"/>
            <a:ext cx="25603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32" name="Text 128"/>
          <p:cNvSpPr/>
          <p:nvPr/>
        </p:nvSpPr>
        <p:spPr>
          <a:xfrm>
            <a:off x="1143000" y="3593592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</p:txBody>
      </p:sp>
      <p:sp>
        <p:nvSpPr>
          <p:cNvPr id="133" name="Shape 129"/>
          <p:cNvSpPr/>
          <p:nvPr/>
        </p:nvSpPr>
        <p:spPr>
          <a:xfrm>
            <a:off x="3657600" y="3538728"/>
            <a:ext cx="10972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34" name="Text 130"/>
          <p:cNvSpPr/>
          <p:nvPr/>
        </p:nvSpPr>
        <p:spPr>
          <a:xfrm>
            <a:off x="3703320" y="3593592"/>
            <a:ext cx="1024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</p:txBody>
      </p:sp>
      <p:sp>
        <p:nvSpPr>
          <p:cNvPr id="135" name="Shape 131"/>
          <p:cNvSpPr/>
          <p:nvPr/>
        </p:nvSpPr>
        <p:spPr>
          <a:xfrm>
            <a:off x="4754880" y="3538728"/>
            <a:ext cx="8686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36" name="Text 132"/>
          <p:cNvSpPr/>
          <p:nvPr/>
        </p:nvSpPr>
        <p:spPr>
          <a:xfrm>
            <a:off x="4800600" y="3593592"/>
            <a:ext cx="795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</p:txBody>
      </p:sp>
      <p:sp>
        <p:nvSpPr>
          <p:cNvPr id="137" name="Shape 133"/>
          <p:cNvSpPr/>
          <p:nvPr/>
        </p:nvSpPr>
        <p:spPr>
          <a:xfrm>
            <a:off x="5623560" y="3538728"/>
            <a:ext cx="7772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38" name="Text 134"/>
          <p:cNvSpPr/>
          <p:nvPr/>
        </p:nvSpPr>
        <p:spPr>
          <a:xfrm>
            <a:off x="5669280" y="3593592"/>
            <a:ext cx="704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</p:txBody>
      </p:sp>
      <p:sp>
        <p:nvSpPr>
          <p:cNvPr id="139" name="Shape 135"/>
          <p:cNvSpPr/>
          <p:nvPr/>
        </p:nvSpPr>
        <p:spPr>
          <a:xfrm>
            <a:off x="6400800" y="3538728"/>
            <a:ext cx="6858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40" name="Text 136"/>
          <p:cNvSpPr/>
          <p:nvPr/>
        </p:nvSpPr>
        <p:spPr>
          <a:xfrm>
            <a:off x="6446520" y="3593592"/>
            <a:ext cx="612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</p:txBody>
      </p:sp>
      <p:sp>
        <p:nvSpPr>
          <p:cNvPr id="141" name="Shape 137"/>
          <p:cNvSpPr/>
          <p:nvPr/>
        </p:nvSpPr>
        <p:spPr>
          <a:xfrm>
            <a:off x="7086600" y="3538728"/>
            <a:ext cx="8229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42" name="Text 138"/>
          <p:cNvSpPr/>
          <p:nvPr/>
        </p:nvSpPr>
        <p:spPr>
          <a:xfrm>
            <a:off x="7132320" y="3593592"/>
            <a:ext cx="749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</p:txBody>
      </p:sp>
      <p:sp>
        <p:nvSpPr>
          <p:cNvPr id="143" name="Shape 139"/>
          <p:cNvSpPr/>
          <p:nvPr/>
        </p:nvSpPr>
        <p:spPr>
          <a:xfrm>
            <a:off x="7909560" y="3538728"/>
            <a:ext cx="19202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44" name="Text 140"/>
          <p:cNvSpPr/>
          <p:nvPr/>
        </p:nvSpPr>
        <p:spPr>
          <a:xfrm>
            <a:off x="7955280" y="3593592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</p:txBody>
      </p:sp>
      <p:sp>
        <p:nvSpPr>
          <p:cNvPr id="145" name="Shape 141"/>
          <p:cNvSpPr/>
          <p:nvPr/>
        </p:nvSpPr>
        <p:spPr>
          <a:xfrm>
            <a:off x="9829800" y="3538728"/>
            <a:ext cx="9144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46" name="Text 142"/>
          <p:cNvSpPr/>
          <p:nvPr/>
        </p:nvSpPr>
        <p:spPr>
          <a:xfrm>
            <a:off x="9875520" y="3593592"/>
            <a:ext cx="84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</p:txBody>
      </p:sp>
      <p:sp>
        <p:nvSpPr>
          <p:cNvPr id="147" name="Shape 143"/>
          <p:cNvSpPr/>
          <p:nvPr/>
        </p:nvSpPr>
        <p:spPr>
          <a:xfrm>
            <a:off x="10744200" y="3538728"/>
            <a:ext cx="804672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48" name="Text 144"/>
          <p:cNvSpPr/>
          <p:nvPr/>
        </p:nvSpPr>
        <p:spPr>
          <a:xfrm>
            <a:off x="10789920" y="3593592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</p:txBody>
      </p:sp>
      <p:sp>
        <p:nvSpPr>
          <p:cNvPr id="149" name="Shape 145"/>
          <p:cNvSpPr/>
          <p:nvPr/>
        </p:nvSpPr>
        <p:spPr>
          <a:xfrm>
            <a:off x="182880" y="4041648"/>
            <a:ext cx="914400" cy="438912"/>
          </a:xfrm>
          <a:prstGeom prst="rect">
            <a:avLst/>
          </a:prstGeom>
          <a:solidFill>
            <a:srgbClr val="EBF7F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50" name="Text 146"/>
          <p:cNvSpPr/>
          <p:nvPr/>
        </p:nvSpPr>
        <p:spPr>
          <a:xfrm>
            <a:off x="228600" y="4096512"/>
            <a:ext cx="84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</p:txBody>
      </p:sp>
      <p:sp>
        <p:nvSpPr>
          <p:cNvPr id="151" name="Shape 147"/>
          <p:cNvSpPr/>
          <p:nvPr/>
        </p:nvSpPr>
        <p:spPr>
          <a:xfrm>
            <a:off x="1097280" y="4041648"/>
            <a:ext cx="2560320" cy="438912"/>
          </a:xfrm>
          <a:prstGeom prst="rect">
            <a:avLst/>
          </a:prstGeom>
          <a:solidFill>
            <a:srgbClr val="EBF7F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52" name="Text 148"/>
          <p:cNvSpPr/>
          <p:nvPr/>
        </p:nvSpPr>
        <p:spPr>
          <a:xfrm>
            <a:off x="1143000" y="4096512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</p:txBody>
      </p:sp>
      <p:sp>
        <p:nvSpPr>
          <p:cNvPr id="153" name="Shape 149"/>
          <p:cNvSpPr/>
          <p:nvPr/>
        </p:nvSpPr>
        <p:spPr>
          <a:xfrm>
            <a:off x="3657600" y="4041648"/>
            <a:ext cx="1097280" cy="438912"/>
          </a:xfrm>
          <a:prstGeom prst="rect">
            <a:avLst/>
          </a:prstGeom>
          <a:solidFill>
            <a:srgbClr val="EBF7F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54" name="Text 150"/>
          <p:cNvSpPr/>
          <p:nvPr/>
        </p:nvSpPr>
        <p:spPr>
          <a:xfrm>
            <a:off x="3703320" y="4096512"/>
            <a:ext cx="1024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</p:txBody>
      </p:sp>
      <p:sp>
        <p:nvSpPr>
          <p:cNvPr id="155" name="Shape 151"/>
          <p:cNvSpPr/>
          <p:nvPr/>
        </p:nvSpPr>
        <p:spPr>
          <a:xfrm>
            <a:off x="4754880" y="4041648"/>
            <a:ext cx="868680" cy="438912"/>
          </a:xfrm>
          <a:prstGeom prst="rect">
            <a:avLst/>
          </a:prstGeom>
          <a:solidFill>
            <a:srgbClr val="EBF7F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56" name="Text 152"/>
          <p:cNvSpPr/>
          <p:nvPr/>
        </p:nvSpPr>
        <p:spPr>
          <a:xfrm>
            <a:off x="4800600" y="4096512"/>
            <a:ext cx="795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</p:txBody>
      </p:sp>
      <p:sp>
        <p:nvSpPr>
          <p:cNvPr id="157" name="Shape 153"/>
          <p:cNvSpPr/>
          <p:nvPr/>
        </p:nvSpPr>
        <p:spPr>
          <a:xfrm>
            <a:off x="5623560" y="4041648"/>
            <a:ext cx="777240" cy="438912"/>
          </a:xfrm>
          <a:prstGeom prst="rect">
            <a:avLst/>
          </a:prstGeom>
          <a:solidFill>
            <a:srgbClr val="EBF7F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58" name="Text 154"/>
          <p:cNvSpPr/>
          <p:nvPr/>
        </p:nvSpPr>
        <p:spPr>
          <a:xfrm>
            <a:off x="5669280" y="4096512"/>
            <a:ext cx="704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</p:txBody>
      </p:sp>
      <p:sp>
        <p:nvSpPr>
          <p:cNvPr id="159" name="Shape 155"/>
          <p:cNvSpPr/>
          <p:nvPr/>
        </p:nvSpPr>
        <p:spPr>
          <a:xfrm>
            <a:off x="6400800" y="4041648"/>
            <a:ext cx="685800" cy="438912"/>
          </a:xfrm>
          <a:prstGeom prst="rect">
            <a:avLst/>
          </a:prstGeom>
          <a:solidFill>
            <a:srgbClr val="EBF7F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60" name="Text 156"/>
          <p:cNvSpPr/>
          <p:nvPr/>
        </p:nvSpPr>
        <p:spPr>
          <a:xfrm>
            <a:off x="6446520" y="4096512"/>
            <a:ext cx="612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</p:txBody>
      </p:sp>
      <p:sp>
        <p:nvSpPr>
          <p:cNvPr id="161" name="Shape 157"/>
          <p:cNvSpPr/>
          <p:nvPr/>
        </p:nvSpPr>
        <p:spPr>
          <a:xfrm>
            <a:off x="7086600" y="4041648"/>
            <a:ext cx="822960" cy="438912"/>
          </a:xfrm>
          <a:prstGeom prst="rect">
            <a:avLst/>
          </a:prstGeom>
          <a:solidFill>
            <a:srgbClr val="EBF7F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62" name="Text 158"/>
          <p:cNvSpPr/>
          <p:nvPr/>
        </p:nvSpPr>
        <p:spPr>
          <a:xfrm>
            <a:off x="7132320" y="4096512"/>
            <a:ext cx="749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</p:txBody>
      </p:sp>
      <p:sp>
        <p:nvSpPr>
          <p:cNvPr id="163" name="Shape 159"/>
          <p:cNvSpPr/>
          <p:nvPr/>
        </p:nvSpPr>
        <p:spPr>
          <a:xfrm>
            <a:off x="7909560" y="4041648"/>
            <a:ext cx="1920240" cy="438912"/>
          </a:xfrm>
          <a:prstGeom prst="rect">
            <a:avLst/>
          </a:prstGeom>
          <a:solidFill>
            <a:srgbClr val="EBF7F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64" name="Text 160"/>
          <p:cNvSpPr/>
          <p:nvPr/>
        </p:nvSpPr>
        <p:spPr>
          <a:xfrm>
            <a:off x="7955280" y="4096512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</p:txBody>
      </p:sp>
      <p:sp>
        <p:nvSpPr>
          <p:cNvPr id="165" name="Shape 161"/>
          <p:cNvSpPr/>
          <p:nvPr/>
        </p:nvSpPr>
        <p:spPr>
          <a:xfrm>
            <a:off x="9829800" y="4041648"/>
            <a:ext cx="914400" cy="438912"/>
          </a:xfrm>
          <a:prstGeom prst="rect">
            <a:avLst/>
          </a:prstGeom>
          <a:solidFill>
            <a:srgbClr val="EBF7F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66" name="Text 162"/>
          <p:cNvSpPr/>
          <p:nvPr/>
        </p:nvSpPr>
        <p:spPr>
          <a:xfrm>
            <a:off x="9875520" y="4096512"/>
            <a:ext cx="84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</p:txBody>
      </p:sp>
      <p:sp>
        <p:nvSpPr>
          <p:cNvPr id="167" name="Shape 163"/>
          <p:cNvSpPr/>
          <p:nvPr/>
        </p:nvSpPr>
        <p:spPr>
          <a:xfrm>
            <a:off x="10744200" y="4041648"/>
            <a:ext cx="804672" cy="438912"/>
          </a:xfrm>
          <a:prstGeom prst="rect">
            <a:avLst/>
          </a:prstGeom>
          <a:solidFill>
            <a:srgbClr val="EBF7F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68" name="Text 164"/>
          <p:cNvSpPr/>
          <p:nvPr/>
        </p:nvSpPr>
        <p:spPr>
          <a:xfrm>
            <a:off x="10789920" y="4096512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</p:txBody>
      </p:sp>
      <p:sp>
        <p:nvSpPr>
          <p:cNvPr id="169" name="Rectangle 168"/>
          <p:cNvSpPr/>
          <p:nvPr/>
        </p:nvSpPr>
        <p:spPr>
          <a:xfrm>
            <a:off x="7516368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0" name="Picture 16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62088" y="100584"/>
            <a:ext cx="566928" cy="347472"/>
          </a:xfrm>
          <a:prstGeom prst="rect">
            <a:avLst/>
          </a:prstGeom>
        </p:spPr>
      </p:pic>
      <p:pic>
        <p:nvPicPr>
          <p:cNvPr id="171" name="Picture 17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74736" y="100584"/>
            <a:ext cx="658368" cy="347472"/>
          </a:xfrm>
          <a:prstGeom prst="rect">
            <a:avLst/>
          </a:prstGeom>
        </p:spPr>
      </p:pic>
      <p:sp>
        <p:nvSpPr>
          <p:cNvPr id="172" name="Rectangle 171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" cy="4892040"/>
          </a:xfrm>
          <a:prstGeom prst="rect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28600" y="109728"/>
            <a:ext cx="7680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9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ACTIONS &amp; DECISIONS REQUIRED</a:t>
            </a:r>
            <a:endParaRPr lang="en-US" sz="2100" dirty="0"/>
          </a:p>
        </p:txBody>
      </p:sp>
      <p:sp>
        <p:nvSpPr>
          <p:cNvPr id="9" name="Shape 5"/>
          <p:cNvSpPr/>
          <p:nvPr/>
        </p:nvSpPr>
        <p:spPr>
          <a:xfrm>
            <a:off x="182880" y="658368"/>
            <a:ext cx="365760" cy="310896"/>
          </a:xfrm>
          <a:prstGeom prst="rect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228600" y="676656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548640" y="658368"/>
            <a:ext cx="2926080" cy="310896"/>
          </a:xfrm>
          <a:prstGeom prst="rect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594360" y="676656"/>
            <a:ext cx="2852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/ Decision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3474720" y="658368"/>
            <a:ext cx="1097280" cy="310896"/>
          </a:xfrm>
          <a:prstGeom prst="rect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3520440" y="676656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Raised by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4572000" y="658368"/>
            <a:ext cx="1097280" cy="310896"/>
          </a:xfrm>
          <a:prstGeom prst="rect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4617720" y="676656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5669280" y="658368"/>
            <a:ext cx="1005840" cy="310896"/>
          </a:xfrm>
          <a:prstGeom prst="rect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715000" y="676656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Due Date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6675120" y="658368"/>
            <a:ext cx="777240" cy="310896"/>
          </a:xfrm>
          <a:prstGeom prst="rect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720840" y="676656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</a:t>
            </a:r>
            <a:endParaRPr lang="en-US" sz="900" dirty="0"/>
          </a:p>
        </p:txBody>
      </p:sp>
      <p:sp>
        <p:nvSpPr>
          <p:cNvPr id="21" name="Shape 17"/>
          <p:cNvSpPr/>
          <p:nvPr/>
        </p:nvSpPr>
        <p:spPr>
          <a:xfrm>
            <a:off x="7452360" y="658368"/>
            <a:ext cx="914400" cy="310896"/>
          </a:xfrm>
          <a:prstGeom prst="rect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7498080" y="676656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</a:t>
            </a:r>
            <a:endParaRPr lang="en-US" sz="900" dirty="0"/>
          </a:p>
        </p:txBody>
      </p:sp>
      <p:sp>
        <p:nvSpPr>
          <p:cNvPr id="23" name="Shape 19"/>
          <p:cNvSpPr/>
          <p:nvPr/>
        </p:nvSpPr>
        <p:spPr>
          <a:xfrm>
            <a:off x="8366760" y="658368"/>
            <a:ext cx="1691640" cy="310896"/>
          </a:xfrm>
          <a:prstGeom prst="rect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8412480" y="676656"/>
            <a:ext cx="1618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This Period</a:t>
            </a:r>
            <a:endParaRPr lang="en-US" sz="900" dirty="0"/>
          </a:p>
        </p:txBody>
      </p:sp>
      <p:sp>
        <p:nvSpPr>
          <p:cNvPr id="25" name="Shape 21"/>
          <p:cNvSpPr/>
          <p:nvPr/>
        </p:nvSpPr>
        <p:spPr>
          <a:xfrm>
            <a:off x="182880" y="1024128"/>
            <a:ext cx="365760" cy="420624"/>
          </a:xfrm>
          <a:prstGeom prst="rect">
            <a:avLst/>
          </a:prstGeom>
          <a:solidFill>
            <a:srgbClr val="EBF7F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228600" y="1078992"/>
            <a:ext cx="292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50" dirty="0"/>
          </a:p>
        </p:txBody>
      </p:sp>
      <p:sp>
        <p:nvSpPr>
          <p:cNvPr id="27" name="Shape 23"/>
          <p:cNvSpPr/>
          <p:nvPr/>
        </p:nvSpPr>
        <p:spPr>
          <a:xfrm>
            <a:off x="548640" y="1024128"/>
            <a:ext cx="2926080" cy="420624"/>
          </a:xfrm>
          <a:prstGeom prst="rect">
            <a:avLst/>
          </a:prstGeom>
          <a:solidFill>
            <a:srgbClr val="EBF7F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594360" y="1078992"/>
            <a:ext cx="2852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850" dirty="0"/>
          </a:p>
        </p:txBody>
      </p:sp>
      <p:sp>
        <p:nvSpPr>
          <p:cNvPr id="29" name="Shape 25"/>
          <p:cNvSpPr/>
          <p:nvPr/>
        </p:nvSpPr>
        <p:spPr>
          <a:xfrm>
            <a:off x="3474720" y="1024128"/>
            <a:ext cx="1097280" cy="420624"/>
          </a:xfrm>
          <a:prstGeom prst="rect">
            <a:avLst/>
          </a:prstGeom>
          <a:solidFill>
            <a:srgbClr val="EBF7F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3520440" y="1078992"/>
            <a:ext cx="1024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850" dirty="0"/>
          </a:p>
        </p:txBody>
      </p:sp>
      <p:sp>
        <p:nvSpPr>
          <p:cNvPr id="31" name="Shape 27"/>
          <p:cNvSpPr/>
          <p:nvPr/>
        </p:nvSpPr>
        <p:spPr>
          <a:xfrm>
            <a:off x="4572000" y="1024128"/>
            <a:ext cx="1097280" cy="420624"/>
          </a:xfrm>
          <a:prstGeom prst="rect">
            <a:avLst/>
          </a:prstGeom>
          <a:solidFill>
            <a:srgbClr val="EBF7F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4617720" y="1078992"/>
            <a:ext cx="1024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850" dirty="0"/>
          </a:p>
        </p:txBody>
      </p:sp>
      <p:sp>
        <p:nvSpPr>
          <p:cNvPr id="33" name="Shape 29"/>
          <p:cNvSpPr/>
          <p:nvPr/>
        </p:nvSpPr>
        <p:spPr>
          <a:xfrm>
            <a:off x="5669280" y="1024128"/>
            <a:ext cx="1005840" cy="420624"/>
          </a:xfrm>
          <a:prstGeom prst="rect">
            <a:avLst/>
          </a:prstGeom>
          <a:solidFill>
            <a:srgbClr val="EBF7F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5715000" y="1078992"/>
            <a:ext cx="9326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850" dirty="0"/>
          </a:p>
        </p:txBody>
      </p:sp>
      <p:sp>
        <p:nvSpPr>
          <p:cNvPr id="35" name="Shape 31"/>
          <p:cNvSpPr/>
          <p:nvPr/>
        </p:nvSpPr>
        <p:spPr>
          <a:xfrm>
            <a:off x="6675120" y="1024128"/>
            <a:ext cx="777240" cy="420624"/>
          </a:xfrm>
          <a:prstGeom prst="rect">
            <a:avLst/>
          </a:prstGeom>
          <a:solidFill>
            <a:srgbClr val="EBF7F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6720840" y="1078992"/>
            <a:ext cx="704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H/M/L</a:t>
            </a:r>
            <a:endParaRPr lang="en-US" sz="850" dirty="0"/>
          </a:p>
        </p:txBody>
      </p:sp>
      <p:sp>
        <p:nvSpPr>
          <p:cNvPr id="37" name="Shape 33"/>
          <p:cNvSpPr/>
          <p:nvPr/>
        </p:nvSpPr>
        <p:spPr>
          <a:xfrm>
            <a:off x="7452360" y="1024128"/>
            <a:ext cx="914400" cy="420624"/>
          </a:xfrm>
          <a:prstGeom prst="rect">
            <a:avLst/>
          </a:prstGeom>
          <a:solidFill>
            <a:srgbClr val="EBF7F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7498080" y="1078992"/>
            <a:ext cx="841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</a:t>
            </a:r>
            <a:endParaRPr lang="en-US" sz="850" dirty="0"/>
          </a:p>
        </p:txBody>
      </p:sp>
      <p:sp>
        <p:nvSpPr>
          <p:cNvPr id="39" name="Shape 35"/>
          <p:cNvSpPr/>
          <p:nvPr/>
        </p:nvSpPr>
        <p:spPr>
          <a:xfrm>
            <a:off x="8366760" y="1024128"/>
            <a:ext cx="1691640" cy="420624"/>
          </a:xfrm>
          <a:prstGeom prst="rect">
            <a:avLst/>
          </a:prstGeom>
          <a:solidFill>
            <a:srgbClr val="EBF7F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8412480" y="1078992"/>
            <a:ext cx="1618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850" dirty="0"/>
          </a:p>
        </p:txBody>
      </p:sp>
      <p:sp>
        <p:nvSpPr>
          <p:cNvPr id="41" name="Shape 37"/>
          <p:cNvSpPr/>
          <p:nvPr/>
        </p:nvSpPr>
        <p:spPr>
          <a:xfrm>
            <a:off x="182880" y="1499616"/>
            <a:ext cx="36576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228600" y="1554480"/>
            <a:ext cx="292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50" dirty="0"/>
          </a:p>
        </p:txBody>
      </p:sp>
      <p:sp>
        <p:nvSpPr>
          <p:cNvPr id="43" name="Shape 39"/>
          <p:cNvSpPr/>
          <p:nvPr/>
        </p:nvSpPr>
        <p:spPr>
          <a:xfrm>
            <a:off x="548640" y="1499616"/>
            <a:ext cx="29260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594360" y="1554480"/>
            <a:ext cx="2852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850" dirty="0"/>
          </a:p>
        </p:txBody>
      </p:sp>
      <p:sp>
        <p:nvSpPr>
          <p:cNvPr id="45" name="Shape 41"/>
          <p:cNvSpPr/>
          <p:nvPr/>
        </p:nvSpPr>
        <p:spPr>
          <a:xfrm>
            <a:off x="3474720" y="1499616"/>
            <a:ext cx="10972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6" name="Text 42"/>
          <p:cNvSpPr/>
          <p:nvPr/>
        </p:nvSpPr>
        <p:spPr>
          <a:xfrm>
            <a:off x="3520440" y="1554480"/>
            <a:ext cx="1024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850" dirty="0"/>
          </a:p>
        </p:txBody>
      </p:sp>
      <p:sp>
        <p:nvSpPr>
          <p:cNvPr id="47" name="Shape 43"/>
          <p:cNvSpPr/>
          <p:nvPr/>
        </p:nvSpPr>
        <p:spPr>
          <a:xfrm>
            <a:off x="4572000" y="1499616"/>
            <a:ext cx="10972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8" name="Text 44"/>
          <p:cNvSpPr/>
          <p:nvPr/>
        </p:nvSpPr>
        <p:spPr>
          <a:xfrm>
            <a:off x="4617720" y="1554480"/>
            <a:ext cx="1024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850" dirty="0"/>
          </a:p>
        </p:txBody>
      </p:sp>
      <p:sp>
        <p:nvSpPr>
          <p:cNvPr id="49" name="Shape 45"/>
          <p:cNvSpPr/>
          <p:nvPr/>
        </p:nvSpPr>
        <p:spPr>
          <a:xfrm>
            <a:off x="5669280" y="1499616"/>
            <a:ext cx="100584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0" name="Text 46"/>
          <p:cNvSpPr/>
          <p:nvPr/>
        </p:nvSpPr>
        <p:spPr>
          <a:xfrm>
            <a:off x="5715000" y="1554480"/>
            <a:ext cx="9326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850" dirty="0"/>
          </a:p>
        </p:txBody>
      </p:sp>
      <p:sp>
        <p:nvSpPr>
          <p:cNvPr id="51" name="Shape 47"/>
          <p:cNvSpPr/>
          <p:nvPr/>
        </p:nvSpPr>
        <p:spPr>
          <a:xfrm>
            <a:off x="6675120" y="1499616"/>
            <a:ext cx="77724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2" name="Text 48"/>
          <p:cNvSpPr/>
          <p:nvPr/>
        </p:nvSpPr>
        <p:spPr>
          <a:xfrm>
            <a:off x="6720840" y="1554480"/>
            <a:ext cx="704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H/M/L</a:t>
            </a:r>
            <a:endParaRPr lang="en-US" sz="850" dirty="0"/>
          </a:p>
        </p:txBody>
      </p:sp>
      <p:sp>
        <p:nvSpPr>
          <p:cNvPr id="53" name="Shape 49"/>
          <p:cNvSpPr/>
          <p:nvPr/>
        </p:nvSpPr>
        <p:spPr>
          <a:xfrm>
            <a:off x="7452360" y="1499616"/>
            <a:ext cx="9144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4" name="Text 50"/>
          <p:cNvSpPr/>
          <p:nvPr/>
        </p:nvSpPr>
        <p:spPr>
          <a:xfrm>
            <a:off x="7498080" y="1554480"/>
            <a:ext cx="841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</a:t>
            </a:r>
            <a:endParaRPr lang="en-US" sz="850" dirty="0"/>
          </a:p>
        </p:txBody>
      </p:sp>
      <p:sp>
        <p:nvSpPr>
          <p:cNvPr id="55" name="Shape 51"/>
          <p:cNvSpPr/>
          <p:nvPr/>
        </p:nvSpPr>
        <p:spPr>
          <a:xfrm>
            <a:off x="8366760" y="1499616"/>
            <a:ext cx="169164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6" name="Text 52"/>
          <p:cNvSpPr/>
          <p:nvPr/>
        </p:nvSpPr>
        <p:spPr>
          <a:xfrm>
            <a:off x="8412480" y="1554480"/>
            <a:ext cx="1618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850" dirty="0"/>
          </a:p>
        </p:txBody>
      </p:sp>
      <p:sp>
        <p:nvSpPr>
          <p:cNvPr id="57" name="Shape 53"/>
          <p:cNvSpPr/>
          <p:nvPr/>
        </p:nvSpPr>
        <p:spPr>
          <a:xfrm>
            <a:off x="182880" y="1975104"/>
            <a:ext cx="365760" cy="420624"/>
          </a:xfrm>
          <a:prstGeom prst="rect">
            <a:avLst/>
          </a:prstGeom>
          <a:solidFill>
            <a:srgbClr val="EBF7F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8" name="Text 54"/>
          <p:cNvSpPr/>
          <p:nvPr/>
        </p:nvSpPr>
        <p:spPr>
          <a:xfrm>
            <a:off x="228600" y="2029968"/>
            <a:ext cx="292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50" dirty="0"/>
          </a:p>
        </p:txBody>
      </p:sp>
      <p:sp>
        <p:nvSpPr>
          <p:cNvPr id="59" name="Shape 55"/>
          <p:cNvSpPr/>
          <p:nvPr/>
        </p:nvSpPr>
        <p:spPr>
          <a:xfrm>
            <a:off x="548640" y="1975104"/>
            <a:ext cx="2926080" cy="420624"/>
          </a:xfrm>
          <a:prstGeom prst="rect">
            <a:avLst/>
          </a:prstGeom>
          <a:solidFill>
            <a:srgbClr val="EBF7F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0" name="Text 56"/>
          <p:cNvSpPr/>
          <p:nvPr/>
        </p:nvSpPr>
        <p:spPr>
          <a:xfrm>
            <a:off x="594360" y="2029968"/>
            <a:ext cx="2852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850" dirty="0"/>
          </a:p>
        </p:txBody>
      </p:sp>
      <p:sp>
        <p:nvSpPr>
          <p:cNvPr id="61" name="Shape 57"/>
          <p:cNvSpPr/>
          <p:nvPr/>
        </p:nvSpPr>
        <p:spPr>
          <a:xfrm>
            <a:off x="3474720" y="1975104"/>
            <a:ext cx="1097280" cy="420624"/>
          </a:xfrm>
          <a:prstGeom prst="rect">
            <a:avLst/>
          </a:prstGeom>
          <a:solidFill>
            <a:srgbClr val="EBF7F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2" name="Text 58"/>
          <p:cNvSpPr/>
          <p:nvPr/>
        </p:nvSpPr>
        <p:spPr>
          <a:xfrm>
            <a:off x="3520440" y="2029968"/>
            <a:ext cx="1024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850" dirty="0"/>
          </a:p>
        </p:txBody>
      </p:sp>
      <p:sp>
        <p:nvSpPr>
          <p:cNvPr id="63" name="Shape 59"/>
          <p:cNvSpPr/>
          <p:nvPr/>
        </p:nvSpPr>
        <p:spPr>
          <a:xfrm>
            <a:off x="4572000" y="1975104"/>
            <a:ext cx="1097280" cy="420624"/>
          </a:xfrm>
          <a:prstGeom prst="rect">
            <a:avLst/>
          </a:prstGeom>
          <a:solidFill>
            <a:srgbClr val="EBF7F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4" name="Text 60"/>
          <p:cNvSpPr/>
          <p:nvPr/>
        </p:nvSpPr>
        <p:spPr>
          <a:xfrm>
            <a:off x="4617720" y="2029968"/>
            <a:ext cx="1024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850" dirty="0"/>
          </a:p>
        </p:txBody>
      </p:sp>
      <p:sp>
        <p:nvSpPr>
          <p:cNvPr id="65" name="Shape 61"/>
          <p:cNvSpPr/>
          <p:nvPr/>
        </p:nvSpPr>
        <p:spPr>
          <a:xfrm>
            <a:off x="5669280" y="1975104"/>
            <a:ext cx="1005840" cy="420624"/>
          </a:xfrm>
          <a:prstGeom prst="rect">
            <a:avLst/>
          </a:prstGeom>
          <a:solidFill>
            <a:srgbClr val="EBF7F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6" name="Text 62"/>
          <p:cNvSpPr/>
          <p:nvPr/>
        </p:nvSpPr>
        <p:spPr>
          <a:xfrm>
            <a:off x="5715000" y="2029968"/>
            <a:ext cx="9326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850" dirty="0"/>
          </a:p>
        </p:txBody>
      </p:sp>
      <p:sp>
        <p:nvSpPr>
          <p:cNvPr id="67" name="Shape 63"/>
          <p:cNvSpPr/>
          <p:nvPr/>
        </p:nvSpPr>
        <p:spPr>
          <a:xfrm>
            <a:off x="6675120" y="1975104"/>
            <a:ext cx="777240" cy="420624"/>
          </a:xfrm>
          <a:prstGeom prst="rect">
            <a:avLst/>
          </a:prstGeom>
          <a:solidFill>
            <a:srgbClr val="EBF7F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8" name="Text 64"/>
          <p:cNvSpPr/>
          <p:nvPr/>
        </p:nvSpPr>
        <p:spPr>
          <a:xfrm>
            <a:off x="6720840" y="2029968"/>
            <a:ext cx="704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H/M/L</a:t>
            </a:r>
            <a:endParaRPr lang="en-US" sz="850" dirty="0"/>
          </a:p>
        </p:txBody>
      </p:sp>
      <p:sp>
        <p:nvSpPr>
          <p:cNvPr id="69" name="Shape 65"/>
          <p:cNvSpPr/>
          <p:nvPr/>
        </p:nvSpPr>
        <p:spPr>
          <a:xfrm>
            <a:off x="7452360" y="1975104"/>
            <a:ext cx="914400" cy="420624"/>
          </a:xfrm>
          <a:prstGeom prst="rect">
            <a:avLst/>
          </a:prstGeom>
          <a:solidFill>
            <a:srgbClr val="EBF7F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70" name="Text 66"/>
          <p:cNvSpPr/>
          <p:nvPr/>
        </p:nvSpPr>
        <p:spPr>
          <a:xfrm>
            <a:off x="7498080" y="2029968"/>
            <a:ext cx="841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</a:t>
            </a:r>
            <a:endParaRPr lang="en-US" sz="850" dirty="0"/>
          </a:p>
        </p:txBody>
      </p:sp>
      <p:sp>
        <p:nvSpPr>
          <p:cNvPr id="71" name="Shape 67"/>
          <p:cNvSpPr/>
          <p:nvPr/>
        </p:nvSpPr>
        <p:spPr>
          <a:xfrm>
            <a:off x="8366760" y="1975104"/>
            <a:ext cx="1691640" cy="420624"/>
          </a:xfrm>
          <a:prstGeom prst="rect">
            <a:avLst/>
          </a:prstGeom>
          <a:solidFill>
            <a:srgbClr val="EBF7F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72" name="Text 68"/>
          <p:cNvSpPr/>
          <p:nvPr/>
        </p:nvSpPr>
        <p:spPr>
          <a:xfrm>
            <a:off x="8412480" y="2029968"/>
            <a:ext cx="1618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850" dirty="0"/>
          </a:p>
        </p:txBody>
      </p:sp>
      <p:sp>
        <p:nvSpPr>
          <p:cNvPr id="73" name="Shape 69"/>
          <p:cNvSpPr/>
          <p:nvPr/>
        </p:nvSpPr>
        <p:spPr>
          <a:xfrm>
            <a:off x="182880" y="2450592"/>
            <a:ext cx="36576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74" name="Text 70"/>
          <p:cNvSpPr/>
          <p:nvPr/>
        </p:nvSpPr>
        <p:spPr>
          <a:xfrm>
            <a:off x="228600" y="2505456"/>
            <a:ext cx="292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50" dirty="0"/>
          </a:p>
        </p:txBody>
      </p:sp>
      <p:sp>
        <p:nvSpPr>
          <p:cNvPr id="75" name="Shape 71"/>
          <p:cNvSpPr/>
          <p:nvPr/>
        </p:nvSpPr>
        <p:spPr>
          <a:xfrm>
            <a:off x="548640" y="2450592"/>
            <a:ext cx="29260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76" name="Text 72"/>
          <p:cNvSpPr/>
          <p:nvPr/>
        </p:nvSpPr>
        <p:spPr>
          <a:xfrm>
            <a:off x="594360" y="2505456"/>
            <a:ext cx="2852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850" dirty="0"/>
          </a:p>
        </p:txBody>
      </p:sp>
      <p:sp>
        <p:nvSpPr>
          <p:cNvPr id="77" name="Shape 73"/>
          <p:cNvSpPr/>
          <p:nvPr/>
        </p:nvSpPr>
        <p:spPr>
          <a:xfrm>
            <a:off x="3474720" y="2450592"/>
            <a:ext cx="10972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78" name="Text 74"/>
          <p:cNvSpPr/>
          <p:nvPr/>
        </p:nvSpPr>
        <p:spPr>
          <a:xfrm>
            <a:off x="3520440" y="2505456"/>
            <a:ext cx="1024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850" dirty="0"/>
          </a:p>
        </p:txBody>
      </p:sp>
      <p:sp>
        <p:nvSpPr>
          <p:cNvPr id="79" name="Shape 75"/>
          <p:cNvSpPr/>
          <p:nvPr/>
        </p:nvSpPr>
        <p:spPr>
          <a:xfrm>
            <a:off x="4572000" y="2450592"/>
            <a:ext cx="10972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80" name="Text 76"/>
          <p:cNvSpPr/>
          <p:nvPr/>
        </p:nvSpPr>
        <p:spPr>
          <a:xfrm>
            <a:off x="4617720" y="2505456"/>
            <a:ext cx="1024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850" dirty="0"/>
          </a:p>
        </p:txBody>
      </p:sp>
      <p:sp>
        <p:nvSpPr>
          <p:cNvPr id="81" name="Shape 77"/>
          <p:cNvSpPr/>
          <p:nvPr/>
        </p:nvSpPr>
        <p:spPr>
          <a:xfrm>
            <a:off x="5669280" y="2450592"/>
            <a:ext cx="100584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82" name="Text 78"/>
          <p:cNvSpPr/>
          <p:nvPr/>
        </p:nvSpPr>
        <p:spPr>
          <a:xfrm>
            <a:off x="5715000" y="2505456"/>
            <a:ext cx="9326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850" dirty="0"/>
          </a:p>
        </p:txBody>
      </p:sp>
      <p:sp>
        <p:nvSpPr>
          <p:cNvPr id="83" name="Shape 79"/>
          <p:cNvSpPr/>
          <p:nvPr/>
        </p:nvSpPr>
        <p:spPr>
          <a:xfrm>
            <a:off x="6675120" y="2450592"/>
            <a:ext cx="77724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84" name="Text 80"/>
          <p:cNvSpPr/>
          <p:nvPr/>
        </p:nvSpPr>
        <p:spPr>
          <a:xfrm>
            <a:off x="6720840" y="2505456"/>
            <a:ext cx="704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H/M/L</a:t>
            </a:r>
            <a:endParaRPr lang="en-US" sz="850" dirty="0"/>
          </a:p>
        </p:txBody>
      </p:sp>
      <p:sp>
        <p:nvSpPr>
          <p:cNvPr id="85" name="Shape 81"/>
          <p:cNvSpPr/>
          <p:nvPr/>
        </p:nvSpPr>
        <p:spPr>
          <a:xfrm>
            <a:off x="7452360" y="2450592"/>
            <a:ext cx="9144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86" name="Text 82"/>
          <p:cNvSpPr/>
          <p:nvPr/>
        </p:nvSpPr>
        <p:spPr>
          <a:xfrm>
            <a:off x="7498080" y="2505456"/>
            <a:ext cx="841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</a:t>
            </a:r>
            <a:endParaRPr lang="en-US" sz="850" dirty="0"/>
          </a:p>
        </p:txBody>
      </p:sp>
      <p:sp>
        <p:nvSpPr>
          <p:cNvPr id="87" name="Shape 83"/>
          <p:cNvSpPr/>
          <p:nvPr/>
        </p:nvSpPr>
        <p:spPr>
          <a:xfrm>
            <a:off x="8366760" y="2450592"/>
            <a:ext cx="169164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88" name="Text 84"/>
          <p:cNvSpPr/>
          <p:nvPr/>
        </p:nvSpPr>
        <p:spPr>
          <a:xfrm>
            <a:off x="8412480" y="2505456"/>
            <a:ext cx="1618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850" dirty="0"/>
          </a:p>
        </p:txBody>
      </p:sp>
      <p:sp>
        <p:nvSpPr>
          <p:cNvPr id="89" name="Shape 85"/>
          <p:cNvSpPr/>
          <p:nvPr/>
        </p:nvSpPr>
        <p:spPr>
          <a:xfrm>
            <a:off x="182880" y="2926080"/>
            <a:ext cx="365760" cy="420624"/>
          </a:xfrm>
          <a:prstGeom prst="rect">
            <a:avLst/>
          </a:prstGeom>
          <a:solidFill>
            <a:srgbClr val="EBF7F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90" name="Text 86"/>
          <p:cNvSpPr/>
          <p:nvPr/>
        </p:nvSpPr>
        <p:spPr>
          <a:xfrm>
            <a:off x="228600" y="2980944"/>
            <a:ext cx="292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50" dirty="0"/>
          </a:p>
        </p:txBody>
      </p:sp>
      <p:sp>
        <p:nvSpPr>
          <p:cNvPr id="91" name="Shape 87"/>
          <p:cNvSpPr/>
          <p:nvPr/>
        </p:nvSpPr>
        <p:spPr>
          <a:xfrm>
            <a:off x="548640" y="2926080"/>
            <a:ext cx="2926080" cy="420624"/>
          </a:xfrm>
          <a:prstGeom prst="rect">
            <a:avLst/>
          </a:prstGeom>
          <a:solidFill>
            <a:srgbClr val="EBF7F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92" name="Text 88"/>
          <p:cNvSpPr/>
          <p:nvPr/>
        </p:nvSpPr>
        <p:spPr>
          <a:xfrm>
            <a:off x="594360" y="2980944"/>
            <a:ext cx="2852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850" dirty="0"/>
          </a:p>
        </p:txBody>
      </p:sp>
      <p:sp>
        <p:nvSpPr>
          <p:cNvPr id="93" name="Shape 89"/>
          <p:cNvSpPr/>
          <p:nvPr/>
        </p:nvSpPr>
        <p:spPr>
          <a:xfrm>
            <a:off x="3474720" y="2926080"/>
            <a:ext cx="1097280" cy="420624"/>
          </a:xfrm>
          <a:prstGeom prst="rect">
            <a:avLst/>
          </a:prstGeom>
          <a:solidFill>
            <a:srgbClr val="EBF7F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94" name="Text 90"/>
          <p:cNvSpPr/>
          <p:nvPr/>
        </p:nvSpPr>
        <p:spPr>
          <a:xfrm>
            <a:off x="3520440" y="2980944"/>
            <a:ext cx="1024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850" dirty="0"/>
          </a:p>
        </p:txBody>
      </p:sp>
      <p:sp>
        <p:nvSpPr>
          <p:cNvPr id="95" name="Shape 91"/>
          <p:cNvSpPr/>
          <p:nvPr/>
        </p:nvSpPr>
        <p:spPr>
          <a:xfrm>
            <a:off x="4572000" y="2926080"/>
            <a:ext cx="1097280" cy="420624"/>
          </a:xfrm>
          <a:prstGeom prst="rect">
            <a:avLst/>
          </a:prstGeom>
          <a:solidFill>
            <a:srgbClr val="EBF7F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96" name="Text 92"/>
          <p:cNvSpPr/>
          <p:nvPr/>
        </p:nvSpPr>
        <p:spPr>
          <a:xfrm>
            <a:off x="4617720" y="2980944"/>
            <a:ext cx="1024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850" dirty="0"/>
          </a:p>
        </p:txBody>
      </p:sp>
      <p:sp>
        <p:nvSpPr>
          <p:cNvPr id="97" name="Shape 93"/>
          <p:cNvSpPr/>
          <p:nvPr/>
        </p:nvSpPr>
        <p:spPr>
          <a:xfrm>
            <a:off x="5669280" y="2926080"/>
            <a:ext cx="1005840" cy="420624"/>
          </a:xfrm>
          <a:prstGeom prst="rect">
            <a:avLst/>
          </a:prstGeom>
          <a:solidFill>
            <a:srgbClr val="EBF7F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98" name="Text 94"/>
          <p:cNvSpPr/>
          <p:nvPr/>
        </p:nvSpPr>
        <p:spPr>
          <a:xfrm>
            <a:off x="5715000" y="2980944"/>
            <a:ext cx="9326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850" dirty="0"/>
          </a:p>
        </p:txBody>
      </p:sp>
      <p:sp>
        <p:nvSpPr>
          <p:cNvPr id="99" name="Shape 95"/>
          <p:cNvSpPr/>
          <p:nvPr/>
        </p:nvSpPr>
        <p:spPr>
          <a:xfrm>
            <a:off x="6675120" y="2926080"/>
            <a:ext cx="777240" cy="420624"/>
          </a:xfrm>
          <a:prstGeom prst="rect">
            <a:avLst/>
          </a:prstGeom>
          <a:solidFill>
            <a:srgbClr val="EBF7F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00" name="Text 96"/>
          <p:cNvSpPr/>
          <p:nvPr/>
        </p:nvSpPr>
        <p:spPr>
          <a:xfrm>
            <a:off x="6720840" y="2980944"/>
            <a:ext cx="704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H/M/L</a:t>
            </a:r>
            <a:endParaRPr lang="en-US" sz="850" dirty="0"/>
          </a:p>
        </p:txBody>
      </p:sp>
      <p:sp>
        <p:nvSpPr>
          <p:cNvPr id="101" name="Shape 97"/>
          <p:cNvSpPr/>
          <p:nvPr/>
        </p:nvSpPr>
        <p:spPr>
          <a:xfrm>
            <a:off x="7452360" y="2926080"/>
            <a:ext cx="914400" cy="420624"/>
          </a:xfrm>
          <a:prstGeom prst="rect">
            <a:avLst/>
          </a:prstGeom>
          <a:solidFill>
            <a:srgbClr val="EBF7F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02" name="Text 98"/>
          <p:cNvSpPr/>
          <p:nvPr/>
        </p:nvSpPr>
        <p:spPr>
          <a:xfrm>
            <a:off x="7498080" y="2980944"/>
            <a:ext cx="841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</a:t>
            </a:r>
            <a:endParaRPr lang="en-US" sz="850" dirty="0"/>
          </a:p>
        </p:txBody>
      </p:sp>
      <p:sp>
        <p:nvSpPr>
          <p:cNvPr id="103" name="Shape 99"/>
          <p:cNvSpPr/>
          <p:nvPr/>
        </p:nvSpPr>
        <p:spPr>
          <a:xfrm>
            <a:off x="8366760" y="2926080"/>
            <a:ext cx="1691640" cy="420624"/>
          </a:xfrm>
          <a:prstGeom prst="rect">
            <a:avLst/>
          </a:prstGeom>
          <a:solidFill>
            <a:srgbClr val="EBF7F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04" name="Text 100"/>
          <p:cNvSpPr/>
          <p:nvPr/>
        </p:nvSpPr>
        <p:spPr>
          <a:xfrm>
            <a:off x="8412480" y="2980944"/>
            <a:ext cx="1618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850" dirty="0"/>
          </a:p>
        </p:txBody>
      </p:sp>
      <p:sp>
        <p:nvSpPr>
          <p:cNvPr id="105" name="Shape 101"/>
          <p:cNvSpPr/>
          <p:nvPr/>
        </p:nvSpPr>
        <p:spPr>
          <a:xfrm>
            <a:off x="182880" y="3401568"/>
            <a:ext cx="36576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06" name="Text 102"/>
          <p:cNvSpPr/>
          <p:nvPr/>
        </p:nvSpPr>
        <p:spPr>
          <a:xfrm>
            <a:off x="228600" y="3456432"/>
            <a:ext cx="292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50" dirty="0"/>
          </a:p>
        </p:txBody>
      </p:sp>
      <p:sp>
        <p:nvSpPr>
          <p:cNvPr id="107" name="Shape 103"/>
          <p:cNvSpPr/>
          <p:nvPr/>
        </p:nvSpPr>
        <p:spPr>
          <a:xfrm>
            <a:off x="548640" y="3401568"/>
            <a:ext cx="29260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08" name="Text 104"/>
          <p:cNvSpPr/>
          <p:nvPr/>
        </p:nvSpPr>
        <p:spPr>
          <a:xfrm>
            <a:off x="594360" y="3456432"/>
            <a:ext cx="2852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850" dirty="0"/>
          </a:p>
        </p:txBody>
      </p:sp>
      <p:sp>
        <p:nvSpPr>
          <p:cNvPr id="109" name="Shape 105"/>
          <p:cNvSpPr/>
          <p:nvPr/>
        </p:nvSpPr>
        <p:spPr>
          <a:xfrm>
            <a:off x="3474720" y="3401568"/>
            <a:ext cx="10972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10" name="Text 106"/>
          <p:cNvSpPr/>
          <p:nvPr/>
        </p:nvSpPr>
        <p:spPr>
          <a:xfrm>
            <a:off x="3520440" y="3456432"/>
            <a:ext cx="1024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850" dirty="0"/>
          </a:p>
        </p:txBody>
      </p:sp>
      <p:sp>
        <p:nvSpPr>
          <p:cNvPr id="111" name="Shape 107"/>
          <p:cNvSpPr/>
          <p:nvPr/>
        </p:nvSpPr>
        <p:spPr>
          <a:xfrm>
            <a:off x="4572000" y="3401568"/>
            <a:ext cx="10972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12" name="Text 108"/>
          <p:cNvSpPr/>
          <p:nvPr/>
        </p:nvSpPr>
        <p:spPr>
          <a:xfrm>
            <a:off x="4617720" y="3456432"/>
            <a:ext cx="1024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850" dirty="0"/>
          </a:p>
        </p:txBody>
      </p:sp>
      <p:sp>
        <p:nvSpPr>
          <p:cNvPr id="113" name="Shape 109"/>
          <p:cNvSpPr/>
          <p:nvPr/>
        </p:nvSpPr>
        <p:spPr>
          <a:xfrm>
            <a:off x="5669280" y="3401568"/>
            <a:ext cx="100584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14" name="Text 110"/>
          <p:cNvSpPr/>
          <p:nvPr/>
        </p:nvSpPr>
        <p:spPr>
          <a:xfrm>
            <a:off x="5715000" y="3456432"/>
            <a:ext cx="9326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850" dirty="0"/>
          </a:p>
        </p:txBody>
      </p:sp>
      <p:sp>
        <p:nvSpPr>
          <p:cNvPr id="115" name="Shape 111"/>
          <p:cNvSpPr/>
          <p:nvPr/>
        </p:nvSpPr>
        <p:spPr>
          <a:xfrm>
            <a:off x="6675120" y="3401568"/>
            <a:ext cx="77724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16" name="Text 112"/>
          <p:cNvSpPr/>
          <p:nvPr/>
        </p:nvSpPr>
        <p:spPr>
          <a:xfrm>
            <a:off x="6720840" y="3456432"/>
            <a:ext cx="704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H/M/L</a:t>
            </a:r>
            <a:endParaRPr lang="en-US" sz="850" dirty="0"/>
          </a:p>
        </p:txBody>
      </p:sp>
      <p:sp>
        <p:nvSpPr>
          <p:cNvPr id="117" name="Shape 113"/>
          <p:cNvSpPr/>
          <p:nvPr/>
        </p:nvSpPr>
        <p:spPr>
          <a:xfrm>
            <a:off x="7452360" y="3401568"/>
            <a:ext cx="9144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18" name="Text 114"/>
          <p:cNvSpPr/>
          <p:nvPr/>
        </p:nvSpPr>
        <p:spPr>
          <a:xfrm>
            <a:off x="7498080" y="3456432"/>
            <a:ext cx="841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</a:t>
            </a:r>
            <a:endParaRPr lang="en-US" sz="850" dirty="0"/>
          </a:p>
        </p:txBody>
      </p:sp>
      <p:sp>
        <p:nvSpPr>
          <p:cNvPr id="119" name="Shape 115"/>
          <p:cNvSpPr/>
          <p:nvPr/>
        </p:nvSpPr>
        <p:spPr>
          <a:xfrm>
            <a:off x="8366760" y="3401568"/>
            <a:ext cx="169164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20" name="Text 116"/>
          <p:cNvSpPr/>
          <p:nvPr/>
        </p:nvSpPr>
        <p:spPr>
          <a:xfrm>
            <a:off x="8412480" y="3456432"/>
            <a:ext cx="1618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850" dirty="0"/>
          </a:p>
        </p:txBody>
      </p:sp>
      <p:sp>
        <p:nvSpPr>
          <p:cNvPr id="121" name="Shape 117"/>
          <p:cNvSpPr/>
          <p:nvPr/>
        </p:nvSpPr>
        <p:spPr>
          <a:xfrm>
            <a:off x="182880" y="3877056"/>
            <a:ext cx="365760" cy="420624"/>
          </a:xfrm>
          <a:prstGeom prst="rect">
            <a:avLst/>
          </a:prstGeom>
          <a:solidFill>
            <a:srgbClr val="EBF7F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22" name="Text 118"/>
          <p:cNvSpPr/>
          <p:nvPr/>
        </p:nvSpPr>
        <p:spPr>
          <a:xfrm>
            <a:off x="228600" y="3931920"/>
            <a:ext cx="292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50" dirty="0"/>
          </a:p>
        </p:txBody>
      </p:sp>
      <p:sp>
        <p:nvSpPr>
          <p:cNvPr id="123" name="Shape 119"/>
          <p:cNvSpPr/>
          <p:nvPr/>
        </p:nvSpPr>
        <p:spPr>
          <a:xfrm>
            <a:off x="548640" y="3877056"/>
            <a:ext cx="2926080" cy="420624"/>
          </a:xfrm>
          <a:prstGeom prst="rect">
            <a:avLst/>
          </a:prstGeom>
          <a:solidFill>
            <a:srgbClr val="EBF7F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24" name="Text 120"/>
          <p:cNvSpPr/>
          <p:nvPr/>
        </p:nvSpPr>
        <p:spPr>
          <a:xfrm>
            <a:off x="594360" y="3931920"/>
            <a:ext cx="2852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850" dirty="0"/>
          </a:p>
        </p:txBody>
      </p:sp>
      <p:sp>
        <p:nvSpPr>
          <p:cNvPr id="125" name="Shape 121"/>
          <p:cNvSpPr/>
          <p:nvPr/>
        </p:nvSpPr>
        <p:spPr>
          <a:xfrm>
            <a:off x="3474720" y="3877056"/>
            <a:ext cx="1097280" cy="420624"/>
          </a:xfrm>
          <a:prstGeom prst="rect">
            <a:avLst/>
          </a:prstGeom>
          <a:solidFill>
            <a:srgbClr val="EBF7F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26" name="Text 122"/>
          <p:cNvSpPr/>
          <p:nvPr/>
        </p:nvSpPr>
        <p:spPr>
          <a:xfrm>
            <a:off x="3520440" y="3931920"/>
            <a:ext cx="1024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850" dirty="0"/>
          </a:p>
        </p:txBody>
      </p:sp>
      <p:sp>
        <p:nvSpPr>
          <p:cNvPr id="127" name="Shape 123"/>
          <p:cNvSpPr/>
          <p:nvPr/>
        </p:nvSpPr>
        <p:spPr>
          <a:xfrm>
            <a:off x="4572000" y="3877056"/>
            <a:ext cx="1097280" cy="420624"/>
          </a:xfrm>
          <a:prstGeom prst="rect">
            <a:avLst/>
          </a:prstGeom>
          <a:solidFill>
            <a:srgbClr val="EBF7F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28" name="Text 124"/>
          <p:cNvSpPr/>
          <p:nvPr/>
        </p:nvSpPr>
        <p:spPr>
          <a:xfrm>
            <a:off x="4617720" y="3931920"/>
            <a:ext cx="1024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850" dirty="0"/>
          </a:p>
        </p:txBody>
      </p:sp>
      <p:sp>
        <p:nvSpPr>
          <p:cNvPr id="129" name="Shape 125"/>
          <p:cNvSpPr/>
          <p:nvPr/>
        </p:nvSpPr>
        <p:spPr>
          <a:xfrm>
            <a:off x="5669280" y="3877056"/>
            <a:ext cx="1005840" cy="420624"/>
          </a:xfrm>
          <a:prstGeom prst="rect">
            <a:avLst/>
          </a:prstGeom>
          <a:solidFill>
            <a:srgbClr val="EBF7F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30" name="Text 126"/>
          <p:cNvSpPr/>
          <p:nvPr/>
        </p:nvSpPr>
        <p:spPr>
          <a:xfrm>
            <a:off x="5715000" y="3931920"/>
            <a:ext cx="9326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850" dirty="0"/>
          </a:p>
        </p:txBody>
      </p:sp>
      <p:sp>
        <p:nvSpPr>
          <p:cNvPr id="131" name="Shape 127"/>
          <p:cNvSpPr/>
          <p:nvPr/>
        </p:nvSpPr>
        <p:spPr>
          <a:xfrm>
            <a:off x="6675120" y="3877056"/>
            <a:ext cx="777240" cy="420624"/>
          </a:xfrm>
          <a:prstGeom prst="rect">
            <a:avLst/>
          </a:prstGeom>
          <a:solidFill>
            <a:srgbClr val="EBF7F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32" name="Text 128"/>
          <p:cNvSpPr/>
          <p:nvPr/>
        </p:nvSpPr>
        <p:spPr>
          <a:xfrm>
            <a:off x="6720840" y="3931920"/>
            <a:ext cx="704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H/M/L</a:t>
            </a:r>
            <a:endParaRPr lang="en-US" sz="850" dirty="0"/>
          </a:p>
        </p:txBody>
      </p:sp>
      <p:sp>
        <p:nvSpPr>
          <p:cNvPr id="133" name="Shape 129"/>
          <p:cNvSpPr/>
          <p:nvPr/>
        </p:nvSpPr>
        <p:spPr>
          <a:xfrm>
            <a:off x="7452360" y="3877056"/>
            <a:ext cx="914400" cy="420624"/>
          </a:xfrm>
          <a:prstGeom prst="rect">
            <a:avLst/>
          </a:prstGeom>
          <a:solidFill>
            <a:srgbClr val="EBF7F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34" name="Text 130"/>
          <p:cNvSpPr/>
          <p:nvPr/>
        </p:nvSpPr>
        <p:spPr>
          <a:xfrm>
            <a:off x="7498080" y="3931920"/>
            <a:ext cx="841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</a:t>
            </a:r>
            <a:endParaRPr lang="en-US" sz="850" dirty="0"/>
          </a:p>
        </p:txBody>
      </p:sp>
      <p:sp>
        <p:nvSpPr>
          <p:cNvPr id="135" name="Shape 131"/>
          <p:cNvSpPr/>
          <p:nvPr/>
        </p:nvSpPr>
        <p:spPr>
          <a:xfrm>
            <a:off x="8366760" y="3877056"/>
            <a:ext cx="1691640" cy="420624"/>
          </a:xfrm>
          <a:prstGeom prst="rect">
            <a:avLst/>
          </a:prstGeom>
          <a:solidFill>
            <a:srgbClr val="EBF7F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36" name="Text 132"/>
          <p:cNvSpPr/>
          <p:nvPr/>
        </p:nvSpPr>
        <p:spPr>
          <a:xfrm>
            <a:off x="8412480" y="3931920"/>
            <a:ext cx="1618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850" dirty="0"/>
          </a:p>
        </p:txBody>
      </p:sp>
      <p:sp>
        <p:nvSpPr>
          <p:cNvPr id="137" name="Shape 133"/>
          <p:cNvSpPr/>
          <p:nvPr/>
        </p:nvSpPr>
        <p:spPr>
          <a:xfrm>
            <a:off x="182880" y="4352544"/>
            <a:ext cx="36576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38" name="Text 134"/>
          <p:cNvSpPr/>
          <p:nvPr/>
        </p:nvSpPr>
        <p:spPr>
          <a:xfrm>
            <a:off x="228600" y="4407408"/>
            <a:ext cx="292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50" dirty="0"/>
          </a:p>
        </p:txBody>
      </p:sp>
      <p:sp>
        <p:nvSpPr>
          <p:cNvPr id="139" name="Shape 135"/>
          <p:cNvSpPr/>
          <p:nvPr/>
        </p:nvSpPr>
        <p:spPr>
          <a:xfrm>
            <a:off x="548640" y="4352544"/>
            <a:ext cx="29260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40" name="Text 136"/>
          <p:cNvSpPr/>
          <p:nvPr/>
        </p:nvSpPr>
        <p:spPr>
          <a:xfrm>
            <a:off x="594360" y="4407408"/>
            <a:ext cx="2852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850" dirty="0"/>
          </a:p>
        </p:txBody>
      </p:sp>
      <p:sp>
        <p:nvSpPr>
          <p:cNvPr id="141" name="Shape 137"/>
          <p:cNvSpPr/>
          <p:nvPr/>
        </p:nvSpPr>
        <p:spPr>
          <a:xfrm>
            <a:off x="3474720" y="4352544"/>
            <a:ext cx="10972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42" name="Text 138"/>
          <p:cNvSpPr/>
          <p:nvPr/>
        </p:nvSpPr>
        <p:spPr>
          <a:xfrm>
            <a:off x="3520440" y="4407408"/>
            <a:ext cx="1024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850" dirty="0"/>
          </a:p>
        </p:txBody>
      </p:sp>
      <p:sp>
        <p:nvSpPr>
          <p:cNvPr id="143" name="Shape 139"/>
          <p:cNvSpPr/>
          <p:nvPr/>
        </p:nvSpPr>
        <p:spPr>
          <a:xfrm>
            <a:off x="4572000" y="4352544"/>
            <a:ext cx="10972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44" name="Text 140"/>
          <p:cNvSpPr/>
          <p:nvPr/>
        </p:nvSpPr>
        <p:spPr>
          <a:xfrm>
            <a:off x="4617720" y="4407408"/>
            <a:ext cx="1024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850" dirty="0"/>
          </a:p>
        </p:txBody>
      </p:sp>
      <p:sp>
        <p:nvSpPr>
          <p:cNvPr id="145" name="Shape 141"/>
          <p:cNvSpPr/>
          <p:nvPr/>
        </p:nvSpPr>
        <p:spPr>
          <a:xfrm>
            <a:off x="5669280" y="4352544"/>
            <a:ext cx="100584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46" name="Text 142"/>
          <p:cNvSpPr/>
          <p:nvPr/>
        </p:nvSpPr>
        <p:spPr>
          <a:xfrm>
            <a:off x="5715000" y="4407408"/>
            <a:ext cx="9326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850" dirty="0"/>
          </a:p>
        </p:txBody>
      </p:sp>
      <p:sp>
        <p:nvSpPr>
          <p:cNvPr id="147" name="Shape 143"/>
          <p:cNvSpPr/>
          <p:nvPr/>
        </p:nvSpPr>
        <p:spPr>
          <a:xfrm>
            <a:off x="6675120" y="4352544"/>
            <a:ext cx="77724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48" name="Text 144"/>
          <p:cNvSpPr/>
          <p:nvPr/>
        </p:nvSpPr>
        <p:spPr>
          <a:xfrm>
            <a:off x="6720840" y="4407408"/>
            <a:ext cx="704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H/M/L</a:t>
            </a:r>
            <a:endParaRPr lang="en-US" sz="850" dirty="0"/>
          </a:p>
        </p:txBody>
      </p:sp>
      <p:sp>
        <p:nvSpPr>
          <p:cNvPr id="149" name="Shape 145"/>
          <p:cNvSpPr/>
          <p:nvPr/>
        </p:nvSpPr>
        <p:spPr>
          <a:xfrm>
            <a:off x="7452360" y="4352544"/>
            <a:ext cx="9144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50" name="Text 146"/>
          <p:cNvSpPr/>
          <p:nvPr/>
        </p:nvSpPr>
        <p:spPr>
          <a:xfrm>
            <a:off x="7498080" y="4407408"/>
            <a:ext cx="841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</a:t>
            </a:r>
            <a:endParaRPr lang="en-US" sz="850" dirty="0"/>
          </a:p>
        </p:txBody>
      </p:sp>
      <p:sp>
        <p:nvSpPr>
          <p:cNvPr id="151" name="Shape 147"/>
          <p:cNvSpPr/>
          <p:nvPr/>
        </p:nvSpPr>
        <p:spPr>
          <a:xfrm>
            <a:off x="8366760" y="4352544"/>
            <a:ext cx="169164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52" name="Text 148"/>
          <p:cNvSpPr/>
          <p:nvPr/>
        </p:nvSpPr>
        <p:spPr>
          <a:xfrm>
            <a:off x="8412480" y="4407408"/>
            <a:ext cx="1618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850" dirty="0"/>
          </a:p>
        </p:txBody>
      </p:sp>
      <p:sp>
        <p:nvSpPr>
          <p:cNvPr id="153" name="Rectangle 152"/>
          <p:cNvSpPr/>
          <p:nvPr/>
        </p:nvSpPr>
        <p:spPr>
          <a:xfrm>
            <a:off x="7516368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4" name="Picture 15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62088" y="100584"/>
            <a:ext cx="566928" cy="347472"/>
          </a:xfrm>
          <a:prstGeom prst="rect">
            <a:avLst/>
          </a:prstGeom>
        </p:spPr>
      </p:pic>
      <p:pic>
        <p:nvPicPr>
          <p:cNvPr id="155" name="Picture 15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74736" y="100584"/>
            <a:ext cx="658368" cy="347472"/>
          </a:xfrm>
          <a:prstGeom prst="rect">
            <a:avLst/>
          </a:prstGeom>
        </p:spPr>
      </p:pic>
      <p:sp>
        <p:nvSpPr>
          <p:cNvPr id="156" name="Rectangle 155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453F6056AA6464A99729F79B34ECED9" ma:contentTypeVersion="15" ma:contentTypeDescription="Create a new document." ma:contentTypeScope="" ma:versionID="5f61f7f6e9ac7af992ae58f204f4a905">
  <xsd:schema xmlns:xsd="http://www.w3.org/2001/XMLSchema" xmlns:xs="http://www.w3.org/2001/XMLSchema" xmlns:p="http://schemas.microsoft.com/office/2006/metadata/properties" xmlns:ns2="ecb9c8fd-b149-4da5-ae47-4cb2a6f921f7" xmlns:ns3="a57c75ee-0d51-4c06-b83a-21883992ef88" targetNamespace="http://schemas.microsoft.com/office/2006/metadata/properties" ma:root="true" ma:fieldsID="5bd49160a10d99efc7c2a57519ff9fe8" ns2:_="" ns3:_="">
    <xsd:import namespace="ecb9c8fd-b149-4da5-ae47-4cb2a6f921f7"/>
    <xsd:import namespace="a57c75ee-0d51-4c06-b83a-21883992ef88"/>
    <xsd:element name="properties">
      <xsd:complexType>
        <xsd:sequence>
          <xsd:element name="documentManagement">
            <xsd:complexType>
              <xsd:all>
                <xsd:element ref="ns2:MigrationSourceID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DateTaken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BillingMetadata" minOccurs="0"/>
                <xsd:element ref="ns3:lcf76f155ced4ddcb4097134ff3c332f" minOccurs="0"/>
                <xsd:element ref="ns2:TaxCatchAll" minOccurs="0"/>
                <xsd:element ref="ns3:MediaServiceOCR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cb9c8fd-b149-4da5-ae47-4cb2a6f921f7" elementFormDefault="qualified">
    <xsd:import namespace="http://schemas.microsoft.com/office/2006/documentManagement/types"/>
    <xsd:import namespace="http://schemas.microsoft.com/office/infopath/2007/PartnerControls"/>
    <xsd:element name="MigrationSourceID" ma:index="8" nillable="true" ma:displayName="MigrationSourceID" ma:internalName="MigrationSourceID" ma:readOnly="true">
      <xsd:simpleType>
        <xsd:restriction base="dms:Text"/>
      </xsd:simpleType>
    </xsd:element>
    <xsd:element name="TaxCatchAll" ma:index="20" nillable="true" ma:displayName="Taxonomy Catch All Column" ma:hidden="true" ma:list="{3bbffa37-1fb4-4f8b-a66f-2651692f13f0}" ma:internalName="TaxCatchAll" ma:showField="CatchAllData" ma:web="ecb9c8fd-b149-4da5-ae47-4cb2a6f921f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57c75ee-0d51-4c06-b83a-21883992ef8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17" nillable="true" ma:displayName="MediaServiceBillingMetadata" ma:hidden="true" ma:internalName="MediaServiceBillingMetadata" ma:readOnly="true">
      <xsd:simpleType>
        <xsd:restriction base="dms:Note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c323488a-041b-479c-b98c-53326eeb9fc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ecb9c8fd-b149-4da5-ae47-4cb2a6f921f7" xsi:nil="true"/>
    <lcf76f155ced4ddcb4097134ff3c332f xmlns="a57c75ee-0d51-4c06-b83a-21883992ef88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487BE7F8-3D4F-4544-BC64-7E86F8EC4121}"/>
</file>

<file path=customXml/itemProps2.xml><?xml version="1.0" encoding="utf-8"?>
<ds:datastoreItem xmlns:ds="http://schemas.openxmlformats.org/officeDocument/2006/customXml" ds:itemID="{C791592D-B5E5-4D6B-9DE9-CD4BFD7B1931}"/>
</file>

<file path=customXml/itemProps3.xml><?xml version="1.0" encoding="utf-8"?>
<ds:datastoreItem xmlns:ds="http://schemas.openxmlformats.org/officeDocument/2006/customXml" ds:itemID="{E94B43D5-A04B-4E44-B3F7-FCC17169B042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DPM-10 Project Status Dashboard</dc:title>
  <dc:creator>John Hilton-Brammer</dc:creator>
  <cp:lastModifiedBy>John Hilton-Brammer</cp:lastModifiedBy>
  <dcterms:created xsi:type="dcterms:W3CDTF">2026-07-01T07:45:32Z</dcterms:created>
  <dcterms:modified xsi:type="dcterms:W3CDTF">2026-07-01T07:45:32Z</dcterms:modified>
  <cp:category>Fit For Nuclear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0x0101002453F6056AA6464A99729F79B34ECED9</vt:lpwstr>
  </property>
</Properties>
</file>