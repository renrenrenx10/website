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media/image-1-1.jpg" ContentType="image/jpg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media/image-2-1.jpg" ContentType="image/jpg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media/image-3-1.jpg" ContentType="image/jpg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media/image-4-1.jpg" ContentType="image/jpg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media/image-5-1.jpg" ContentType="image/jpg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media/image-6-1.jpg" ContentType="image/jpg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media/image-7-1.jpg" ContentType="image/jpg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media/image-8-1.jpg" ContentType="image/jpg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9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pm2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1920240" cy="12801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901952"/>
            <a:ext cx="9144000" cy="64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084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E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DPM-09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2395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Review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BE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Template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36393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E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Project Management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0" y="4041648"/>
            <a:ext cx="9144000" cy="18288"/>
          </a:xfrm>
          <a:prstGeom prst="rect">
            <a:avLst/>
          </a:prstGeom>
          <a:solidFill>
            <a:srgbClr val="007BB5"/>
          </a:solidFill>
          <a:ln w="12700">
            <a:solidFill>
              <a:srgbClr val="007BB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E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[Product / Project Name]    |    [Date]    |    [Review Stage: Concept / Preliminary / Critical / Final]</a:t>
            </a:r>
            <a:endParaRPr lang="en-US" sz="1200" dirty="0"/>
          </a:p>
        </p:txBody>
      </p:sp>
      <p:sp>
        <p:nvSpPr>
          <p:cNvPr id="10" name="Rectangle 9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" cy="489204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8600" y="109728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&amp; REVIEW INFORMATION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182880" y="658368"/>
            <a:ext cx="2286000" cy="45720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6032" y="73152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Part Name: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468880" y="658368"/>
            <a:ext cx="3840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23744" y="7315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63440" y="658368"/>
            <a:ext cx="2286000" cy="45720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36592" y="73152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 Reference / Rev: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949440" y="658368"/>
            <a:ext cx="3840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04304" y="7315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82880" y="1207008"/>
            <a:ext cx="2286000" cy="45720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6032" y="128016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/ Project: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468880" y="1207008"/>
            <a:ext cx="3840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23744" y="128016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663440" y="1207008"/>
            <a:ext cx="2286000" cy="45720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36592" y="128016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Number: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949440" y="1207008"/>
            <a:ext cx="3840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04304" y="128016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182880" y="1755648"/>
            <a:ext cx="2286000" cy="45720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182880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Lead: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468880" y="1755648"/>
            <a:ext cx="3840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523744" y="18288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663440" y="1755648"/>
            <a:ext cx="2286000" cy="45720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36592" y="182880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Date: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949440" y="1755648"/>
            <a:ext cx="3840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04304" y="18288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182880" y="2304288"/>
            <a:ext cx="2286000" cy="45720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56032" y="237744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Stage: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2468880" y="2304288"/>
            <a:ext cx="3840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523744" y="23774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 ·  Preliminary  ·  Critical  ·  Final  (circle / highlight)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663440" y="2304288"/>
            <a:ext cx="2286000" cy="45720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36592" y="237744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Attendees: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949440" y="2304288"/>
            <a:ext cx="3840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004304" y="23774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</p:txBody>
      </p:sp>
      <p:sp>
        <p:nvSpPr>
          <p:cNvPr id="40" name="Rectangle 39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" cy="489204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8600" y="109728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REQUIREMENTS — STATUS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182880" y="658368"/>
            <a:ext cx="201168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7744" y="6766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194560" y="658368"/>
            <a:ext cx="128016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49424" y="6766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474720" y="658368"/>
            <a:ext cx="274320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29584" y="6766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/ Specification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17920" y="658368"/>
            <a:ext cx="155448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72784" y="6766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Status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772400" y="658368"/>
            <a:ext cx="128016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27264" y="6766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82880" y="1024128"/>
            <a:ext cx="201168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37744" y="10789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performance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194560" y="1024128"/>
            <a:ext cx="128016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249424" y="10789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Cust. spec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474720" y="1024128"/>
            <a:ext cx="27432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29584" y="10789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217920" y="1024128"/>
            <a:ext cx="155448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72784" y="107899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772400" y="1024128"/>
            <a:ext cx="128016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27264" y="10789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82880" y="1527048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37744" y="15819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specification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194560" y="1527048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249424" y="15819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3474720" y="1527048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529584" y="158191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217920" y="1527048"/>
            <a:ext cx="1554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272784" y="158191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7772400" y="1527048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827264" y="15819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182880" y="2029968"/>
            <a:ext cx="201168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37744" y="20848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dimensions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2194560" y="2029968"/>
            <a:ext cx="128016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249424" y="208483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GD&amp;T / drawing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3474720" y="2029968"/>
            <a:ext cx="27432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529584" y="208483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217920" y="2029968"/>
            <a:ext cx="155448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272784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7772400" y="2029968"/>
            <a:ext cx="128016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827264" y="208483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182880" y="2532888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37744" y="25877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finish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2194560" y="2532888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249424" y="25877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3474720" y="2532888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529584" y="25877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6217920" y="2532888"/>
            <a:ext cx="1554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272784" y="258775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7772400" y="2532888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827264" y="25877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182880" y="3035808"/>
            <a:ext cx="201168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237744" y="30906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&amp; acceptance criteria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2194560" y="3035808"/>
            <a:ext cx="128016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2249424" y="30906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plan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3474720" y="3035808"/>
            <a:ext cx="27432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3529584" y="30906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6217920" y="3035808"/>
            <a:ext cx="155448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272784" y="30906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7772400" y="3035808"/>
            <a:ext cx="128016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7827264" y="30906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182880" y="3538728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237744" y="35935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/ standards</a:t>
            </a:r>
            <a:endParaRPr lang="en-US" sz="900" dirty="0"/>
          </a:p>
        </p:txBody>
      </p:sp>
      <p:sp>
        <p:nvSpPr>
          <p:cNvPr id="70" name="Shape 67"/>
          <p:cNvSpPr/>
          <p:nvPr/>
        </p:nvSpPr>
        <p:spPr>
          <a:xfrm>
            <a:off x="2194560" y="3538728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2249424" y="35935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matrix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3474720" y="3538728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3529584" y="35935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74" name="Shape 71"/>
          <p:cNvSpPr/>
          <p:nvPr/>
        </p:nvSpPr>
        <p:spPr>
          <a:xfrm>
            <a:off x="6217920" y="3538728"/>
            <a:ext cx="1554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6272784" y="359359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76" name="Shape 73"/>
          <p:cNvSpPr/>
          <p:nvPr/>
        </p:nvSpPr>
        <p:spPr>
          <a:xfrm>
            <a:off x="7772400" y="3538728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7827264" y="35935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78" name="Shape 75"/>
          <p:cNvSpPr/>
          <p:nvPr/>
        </p:nvSpPr>
        <p:spPr>
          <a:xfrm>
            <a:off x="182880" y="4041648"/>
            <a:ext cx="201168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237744" y="40965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requirements</a:t>
            </a:r>
            <a:endParaRPr lang="en-US" sz="900" dirty="0"/>
          </a:p>
        </p:txBody>
      </p:sp>
      <p:sp>
        <p:nvSpPr>
          <p:cNvPr id="80" name="Shape 77"/>
          <p:cNvSpPr/>
          <p:nvPr/>
        </p:nvSpPr>
        <p:spPr>
          <a:xfrm>
            <a:off x="2194560" y="4041648"/>
            <a:ext cx="128016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2249424" y="40965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ICD / drawing</a:t>
            </a:r>
            <a:endParaRPr lang="en-US" sz="900" dirty="0"/>
          </a:p>
        </p:txBody>
      </p:sp>
      <p:sp>
        <p:nvSpPr>
          <p:cNvPr id="82" name="Shape 79"/>
          <p:cNvSpPr/>
          <p:nvPr/>
        </p:nvSpPr>
        <p:spPr>
          <a:xfrm>
            <a:off x="3474720" y="4041648"/>
            <a:ext cx="27432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3529584" y="409651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6217920" y="4041648"/>
            <a:ext cx="155448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6272784" y="409651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86" name="Shape 83"/>
          <p:cNvSpPr/>
          <p:nvPr/>
        </p:nvSpPr>
        <p:spPr>
          <a:xfrm>
            <a:off x="7772400" y="4041648"/>
            <a:ext cx="128016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7827264" y="40965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88" name="Rectangle 87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90" name="Picture 8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91" name="Rectangle 9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" cy="489204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8600" y="109728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SOLUTION &amp; DEVELOPMENT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182880" y="640080"/>
            <a:ext cx="4160520" cy="29260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6032" y="65836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/ DESIGN DESCRIPTION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82880" y="969264"/>
            <a:ext cx="41605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" y="1024128"/>
            <a:ext cx="402336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[Describe the design concept, engineering approach, and key decisions made. Include references to drawings, models, or calculations as appropriate.]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26280" y="640080"/>
            <a:ext cx="4407408" cy="29260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99432" y="658368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DECISIONS &amp; TRADE-OFFS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26280" y="969264"/>
            <a:ext cx="292608" cy="45720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44568" y="1024128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18888" y="969264"/>
            <a:ext cx="4114800" cy="457200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73752" y="10241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526280" y="1517904"/>
            <a:ext cx="292608" cy="45720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44568" y="1572768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18888" y="1517904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73752" y="15727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26280" y="2066544"/>
            <a:ext cx="292608" cy="45720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44568" y="2121408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818888" y="2066544"/>
            <a:ext cx="4114800" cy="457200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73752" y="212140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526280" y="2615184"/>
            <a:ext cx="292608" cy="45720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44568" y="2670048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818888" y="2615184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73752" y="267004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526280" y="3163824"/>
            <a:ext cx="292608" cy="45720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44568" y="3218688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818888" y="3163824"/>
            <a:ext cx="4114800" cy="457200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73752" y="321868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526280" y="3712464"/>
            <a:ext cx="292608" cy="45720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44568" y="3767328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818888" y="3712464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73752" y="37673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</p:txBody>
      </p:sp>
      <p:sp>
        <p:nvSpPr>
          <p:cNvPr id="38" name="Rectangle 37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" cy="489204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8600" y="109728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FOR MANUFACTURE (DFM) &amp; MANUFACTURING READINESS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182880" y="658368"/>
            <a:ext cx="292608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7744" y="6766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DFM Consideration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08960" y="658368"/>
            <a:ext cx="109728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63824" y="6766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206240" y="658368"/>
            <a:ext cx="91440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61104" y="6766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120640" y="658368"/>
            <a:ext cx="256032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75504" y="6766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Required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680960" y="658368"/>
            <a:ext cx="137160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35824" y="6766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82880" y="1024128"/>
            <a:ext cx="2926080" cy="384048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37744" y="10698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selection &amp; availability confirmed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108960" y="1024128"/>
            <a:ext cx="1097280" cy="384048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63824" y="10698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206240" y="1024128"/>
            <a:ext cx="914400" cy="384048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61104" y="10698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120640" y="1024128"/>
            <a:ext cx="2560320" cy="384048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75504" y="1069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680960" y="1024128"/>
            <a:ext cx="1371600" cy="384048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35824" y="10698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82880" y="1472184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37744" y="15179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Tolerances achievable with current equipment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108960" y="1472184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163824" y="151790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206240" y="1472184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261104" y="15179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120640" y="1472184"/>
            <a:ext cx="2560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175504" y="15179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7680960" y="1472184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735824" y="15179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182880" y="1920240"/>
            <a:ext cx="2926080" cy="384048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37744" y="19659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finish specification vs. process capability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108960" y="1920240"/>
            <a:ext cx="1097280" cy="384048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163824" y="19659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4206240" y="1920240"/>
            <a:ext cx="914400" cy="384048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261104" y="19659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120640" y="1920240"/>
            <a:ext cx="2560320" cy="384048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175504" y="19659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7680960" y="1920240"/>
            <a:ext cx="1371600" cy="384048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735824" y="19659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182880" y="2368296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37744" y="241401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Fixturing, jigging &amp; tooling identified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3108960" y="2368296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163824" y="24140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4206240" y="2368296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261104" y="241401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5120640" y="2368296"/>
            <a:ext cx="2560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175504" y="24140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7680960" y="2368296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735824" y="241401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182880" y="2816352"/>
            <a:ext cx="2926080" cy="384048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237744" y="28620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&amp; measurement access confirmed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3108960" y="2816352"/>
            <a:ext cx="1097280" cy="384048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3163824" y="28620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4206240" y="2816352"/>
            <a:ext cx="914400" cy="384048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261104" y="28620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5120640" y="2816352"/>
            <a:ext cx="2560320" cy="384048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175504" y="28620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7680960" y="2816352"/>
            <a:ext cx="1371600" cy="384048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7735824" y="28620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182880" y="3264408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237744" y="33101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Assembly sequence reviewed with production</a:t>
            </a:r>
            <a:endParaRPr lang="en-US" sz="900" dirty="0"/>
          </a:p>
        </p:txBody>
      </p:sp>
      <p:sp>
        <p:nvSpPr>
          <p:cNvPr id="70" name="Shape 67"/>
          <p:cNvSpPr/>
          <p:nvPr/>
        </p:nvSpPr>
        <p:spPr>
          <a:xfrm>
            <a:off x="3108960" y="3264408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163824" y="33101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4206240" y="3264408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4261104" y="331012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74" name="Shape 71"/>
          <p:cNvSpPr/>
          <p:nvPr/>
        </p:nvSpPr>
        <p:spPr>
          <a:xfrm>
            <a:off x="5120640" y="3264408"/>
            <a:ext cx="2560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5175504" y="33101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76" name="Shape 73"/>
          <p:cNvSpPr/>
          <p:nvPr/>
        </p:nvSpPr>
        <p:spPr>
          <a:xfrm>
            <a:off x="7680960" y="3264408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7735824" y="33101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78" name="Shape 75"/>
          <p:cNvSpPr/>
          <p:nvPr/>
        </p:nvSpPr>
        <p:spPr>
          <a:xfrm>
            <a:off x="182880" y="3712464"/>
            <a:ext cx="2926080" cy="384048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237744" y="37581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times for materials / sub-contract operations</a:t>
            </a:r>
            <a:endParaRPr lang="en-US" sz="900" dirty="0"/>
          </a:p>
        </p:txBody>
      </p:sp>
      <p:sp>
        <p:nvSpPr>
          <p:cNvPr id="80" name="Shape 77"/>
          <p:cNvSpPr/>
          <p:nvPr/>
        </p:nvSpPr>
        <p:spPr>
          <a:xfrm>
            <a:off x="3108960" y="3712464"/>
            <a:ext cx="1097280" cy="384048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3163824" y="37581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82" name="Shape 79"/>
          <p:cNvSpPr/>
          <p:nvPr/>
        </p:nvSpPr>
        <p:spPr>
          <a:xfrm>
            <a:off x="4206240" y="3712464"/>
            <a:ext cx="914400" cy="384048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4261104" y="375818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5120640" y="3712464"/>
            <a:ext cx="2560320" cy="384048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5175504" y="37581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86" name="Shape 83"/>
          <p:cNvSpPr/>
          <p:nvPr/>
        </p:nvSpPr>
        <p:spPr>
          <a:xfrm>
            <a:off x="7680960" y="3712464"/>
            <a:ext cx="1371600" cy="384048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7735824" y="37581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88" name="Shape 85"/>
          <p:cNvSpPr/>
          <p:nvPr/>
        </p:nvSpPr>
        <p:spPr>
          <a:xfrm>
            <a:off x="182880" y="4160520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237744" y="42062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Packaging, handling &amp; traceability considered</a:t>
            </a:r>
            <a:endParaRPr lang="en-US" sz="900" dirty="0"/>
          </a:p>
        </p:txBody>
      </p:sp>
      <p:sp>
        <p:nvSpPr>
          <p:cNvPr id="90" name="Shape 87"/>
          <p:cNvSpPr/>
          <p:nvPr/>
        </p:nvSpPr>
        <p:spPr>
          <a:xfrm>
            <a:off x="3108960" y="4160520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3163824" y="42062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92" name="Shape 89"/>
          <p:cNvSpPr/>
          <p:nvPr/>
        </p:nvSpPr>
        <p:spPr>
          <a:xfrm>
            <a:off x="4206240" y="4160520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4261104" y="42062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94" name="Shape 91"/>
          <p:cNvSpPr/>
          <p:nvPr/>
        </p:nvSpPr>
        <p:spPr>
          <a:xfrm>
            <a:off x="5120640" y="4160520"/>
            <a:ext cx="2560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175504" y="4206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96" name="Shape 93"/>
          <p:cNvSpPr/>
          <p:nvPr/>
        </p:nvSpPr>
        <p:spPr>
          <a:xfrm>
            <a:off x="7680960" y="4160520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7735824" y="42062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98" name="Rectangle 97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9" name="Picture 9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00" name="Picture 9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01" name="Rectangle 10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" cy="489204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8600" y="109728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FMEA SUMMARY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182880" y="658368"/>
            <a:ext cx="228600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67665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 / Risk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468880" y="658368"/>
            <a:ext cx="45720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14600" y="67665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926080" y="658368"/>
            <a:ext cx="45720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71800" y="67665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83280" y="658368"/>
            <a:ext cx="45720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29000" y="67665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840480" y="658368"/>
            <a:ext cx="54864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86200" y="676656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389120" y="658368"/>
            <a:ext cx="109728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34840" y="67665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486400" y="658368"/>
            <a:ext cx="146304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32120" y="67665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Control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949440" y="658368"/>
            <a:ext cx="164592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95160" y="67665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Action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8595360" y="658368"/>
            <a:ext cx="137160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41080" y="67665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/ Date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82880" y="1024128"/>
            <a:ext cx="22860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28600" y="107899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468880" y="1024128"/>
            <a:ext cx="4572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514600" y="107899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926080" y="1024128"/>
            <a:ext cx="4572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971800" y="107899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3383280" y="1024128"/>
            <a:ext cx="4572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429000" y="107899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840480" y="1024128"/>
            <a:ext cx="54864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886200" y="107899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389120" y="1024128"/>
            <a:ext cx="109728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434840" y="1078992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486400" y="1024128"/>
            <a:ext cx="146304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532120" y="1078992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949440" y="1024128"/>
            <a:ext cx="164592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995160" y="107899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8595360" y="1024128"/>
            <a:ext cx="13716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641080" y="107899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182880" y="1527048"/>
            <a:ext cx="22860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28600" y="158191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2468880" y="1527048"/>
            <a:ext cx="457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514600" y="158191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2926080" y="1527048"/>
            <a:ext cx="457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971800" y="158191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3383280" y="1527048"/>
            <a:ext cx="457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429000" y="158191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3840480" y="1527048"/>
            <a:ext cx="5486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886200" y="158191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4389120" y="1527048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434840" y="1581912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5486400" y="1527048"/>
            <a:ext cx="1463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532120" y="1581912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6949440" y="1527048"/>
            <a:ext cx="1645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995160" y="158191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8595360" y="1527048"/>
            <a:ext cx="1371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8641080" y="158191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182880" y="2029968"/>
            <a:ext cx="22860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228600" y="208483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2468880" y="2029968"/>
            <a:ext cx="4572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2514600" y="208483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2926080" y="2029968"/>
            <a:ext cx="4572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2971800" y="208483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3383280" y="2029968"/>
            <a:ext cx="4572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3429000" y="208483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70" name="Shape 67"/>
          <p:cNvSpPr/>
          <p:nvPr/>
        </p:nvSpPr>
        <p:spPr>
          <a:xfrm>
            <a:off x="3840480" y="2029968"/>
            <a:ext cx="54864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886200" y="208483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4389120" y="2029968"/>
            <a:ext cx="109728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4434840" y="2084832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74" name="Shape 71"/>
          <p:cNvSpPr/>
          <p:nvPr/>
        </p:nvSpPr>
        <p:spPr>
          <a:xfrm>
            <a:off x="5486400" y="2029968"/>
            <a:ext cx="146304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5532120" y="2084832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76" name="Shape 73"/>
          <p:cNvSpPr/>
          <p:nvPr/>
        </p:nvSpPr>
        <p:spPr>
          <a:xfrm>
            <a:off x="6949440" y="2029968"/>
            <a:ext cx="164592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6995160" y="208483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78" name="Shape 75"/>
          <p:cNvSpPr/>
          <p:nvPr/>
        </p:nvSpPr>
        <p:spPr>
          <a:xfrm>
            <a:off x="8595360" y="2029968"/>
            <a:ext cx="13716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8641080" y="208483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80" name="Shape 77"/>
          <p:cNvSpPr/>
          <p:nvPr/>
        </p:nvSpPr>
        <p:spPr>
          <a:xfrm>
            <a:off x="182880" y="2532888"/>
            <a:ext cx="22860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228600" y="258775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82" name="Shape 79"/>
          <p:cNvSpPr/>
          <p:nvPr/>
        </p:nvSpPr>
        <p:spPr>
          <a:xfrm>
            <a:off x="2468880" y="2532888"/>
            <a:ext cx="457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2514600" y="25877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2926080" y="2532888"/>
            <a:ext cx="457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2971800" y="25877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86" name="Shape 83"/>
          <p:cNvSpPr/>
          <p:nvPr/>
        </p:nvSpPr>
        <p:spPr>
          <a:xfrm>
            <a:off x="3383280" y="2532888"/>
            <a:ext cx="457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3429000" y="25877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88" name="Shape 85"/>
          <p:cNvSpPr/>
          <p:nvPr/>
        </p:nvSpPr>
        <p:spPr>
          <a:xfrm>
            <a:off x="3840480" y="2532888"/>
            <a:ext cx="5486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3886200" y="258775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90" name="Shape 87"/>
          <p:cNvSpPr/>
          <p:nvPr/>
        </p:nvSpPr>
        <p:spPr>
          <a:xfrm>
            <a:off x="4389120" y="2532888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4434840" y="2587752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92" name="Shape 89"/>
          <p:cNvSpPr/>
          <p:nvPr/>
        </p:nvSpPr>
        <p:spPr>
          <a:xfrm>
            <a:off x="5486400" y="2532888"/>
            <a:ext cx="1463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5532120" y="2587752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94" name="Shape 91"/>
          <p:cNvSpPr/>
          <p:nvPr/>
        </p:nvSpPr>
        <p:spPr>
          <a:xfrm>
            <a:off x="6949440" y="2532888"/>
            <a:ext cx="1645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6995160" y="258775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96" name="Shape 93"/>
          <p:cNvSpPr/>
          <p:nvPr/>
        </p:nvSpPr>
        <p:spPr>
          <a:xfrm>
            <a:off x="8595360" y="2532888"/>
            <a:ext cx="1371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8641080" y="258775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98" name="Shape 95"/>
          <p:cNvSpPr/>
          <p:nvPr/>
        </p:nvSpPr>
        <p:spPr>
          <a:xfrm>
            <a:off x="182880" y="3035808"/>
            <a:ext cx="22860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228600" y="309067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00" name="Shape 97"/>
          <p:cNvSpPr/>
          <p:nvPr/>
        </p:nvSpPr>
        <p:spPr>
          <a:xfrm>
            <a:off x="2468880" y="3035808"/>
            <a:ext cx="4572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2514600" y="309067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02" name="Shape 99"/>
          <p:cNvSpPr/>
          <p:nvPr/>
        </p:nvSpPr>
        <p:spPr>
          <a:xfrm>
            <a:off x="2926080" y="3035808"/>
            <a:ext cx="4572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2971800" y="309067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04" name="Shape 101"/>
          <p:cNvSpPr/>
          <p:nvPr/>
        </p:nvSpPr>
        <p:spPr>
          <a:xfrm>
            <a:off x="3383280" y="3035808"/>
            <a:ext cx="4572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3429000" y="309067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06" name="Shape 103"/>
          <p:cNvSpPr/>
          <p:nvPr/>
        </p:nvSpPr>
        <p:spPr>
          <a:xfrm>
            <a:off x="3840480" y="3035808"/>
            <a:ext cx="54864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3886200" y="309067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08" name="Shape 105"/>
          <p:cNvSpPr/>
          <p:nvPr/>
        </p:nvSpPr>
        <p:spPr>
          <a:xfrm>
            <a:off x="4389120" y="3035808"/>
            <a:ext cx="109728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4434840" y="3090672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10" name="Shape 107"/>
          <p:cNvSpPr/>
          <p:nvPr/>
        </p:nvSpPr>
        <p:spPr>
          <a:xfrm>
            <a:off x="5486400" y="3035808"/>
            <a:ext cx="146304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5532120" y="3090672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12" name="Shape 109"/>
          <p:cNvSpPr/>
          <p:nvPr/>
        </p:nvSpPr>
        <p:spPr>
          <a:xfrm>
            <a:off x="6949440" y="3035808"/>
            <a:ext cx="164592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6995160" y="309067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14" name="Shape 111"/>
          <p:cNvSpPr/>
          <p:nvPr/>
        </p:nvSpPr>
        <p:spPr>
          <a:xfrm>
            <a:off x="8595360" y="3035808"/>
            <a:ext cx="13716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8641080" y="309067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16" name="Shape 113"/>
          <p:cNvSpPr/>
          <p:nvPr/>
        </p:nvSpPr>
        <p:spPr>
          <a:xfrm>
            <a:off x="182880" y="3538728"/>
            <a:ext cx="22860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228600" y="359359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18" name="Shape 115"/>
          <p:cNvSpPr/>
          <p:nvPr/>
        </p:nvSpPr>
        <p:spPr>
          <a:xfrm>
            <a:off x="2468880" y="3538728"/>
            <a:ext cx="457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2514600" y="359359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20" name="Shape 117"/>
          <p:cNvSpPr/>
          <p:nvPr/>
        </p:nvSpPr>
        <p:spPr>
          <a:xfrm>
            <a:off x="2926080" y="3538728"/>
            <a:ext cx="457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2971800" y="359359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22" name="Shape 119"/>
          <p:cNvSpPr/>
          <p:nvPr/>
        </p:nvSpPr>
        <p:spPr>
          <a:xfrm>
            <a:off x="3383280" y="3538728"/>
            <a:ext cx="457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3429000" y="359359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24" name="Shape 121"/>
          <p:cNvSpPr/>
          <p:nvPr/>
        </p:nvSpPr>
        <p:spPr>
          <a:xfrm>
            <a:off x="3840480" y="3538728"/>
            <a:ext cx="5486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3886200" y="359359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26" name="Shape 123"/>
          <p:cNvSpPr/>
          <p:nvPr/>
        </p:nvSpPr>
        <p:spPr>
          <a:xfrm>
            <a:off x="4389120" y="3538728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4434840" y="3593592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28" name="Shape 125"/>
          <p:cNvSpPr/>
          <p:nvPr/>
        </p:nvSpPr>
        <p:spPr>
          <a:xfrm>
            <a:off x="5486400" y="3538728"/>
            <a:ext cx="1463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5532120" y="3593592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30" name="Shape 127"/>
          <p:cNvSpPr/>
          <p:nvPr/>
        </p:nvSpPr>
        <p:spPr>
          <a:xfrm>
            <a:off x="6949440" y="3538728"/>
            <a:ext cx="1645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1" name="Text 128"/>
          <p:cNvSpPr/>
          <p:nvPr/>
        </p:nvSpPr>
        <p:spPr>
          <a:xfrm>
            <a:off x="6995160" y="359359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32" name="Shape 129"/>
          <p:cNvSpPr/>
          <p:nvPr/>
        </p:nvSpPr>
        <p:spPr>
          <a:xfrm>
            <a:off x="8595360" y="3538728"/>
            <a:ext cx="1371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3" name="Text 130"/>
          <p:cNvSpPr/>
          <p:nvPr/>
        </p:nvSpPr>
        <p:spPr>
          <a:xfrm>
            <a:off x="8641080" y="359359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34" name="Text 131"/>
          <p:cNvSpPr/>
          <p:nvPr/>
        </p:nvSpPr>
        <p:spPr>
          <a:xfrm>
            <a:off x="182880" y="4160520"/>
            <a:ext cx="8759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Severity  ·  O = Occurrence  ·  D = Detection  ·  RPN = S×O×D  ·  Classification: Critical / Significant / Minor  ·  RPN &gt;100 = High priority  ·  50–100 = Medium  ·  &lt;50 = Low</a:t>
            </a:r>
            <a:endParaRPr lang="en-US" sz="800" dirty="0"/>
          </a:p>
        </p:txBody>
      </p:sp>
      <p:sp>
        <p:nvSpPr>
          <p:cNvPr id="135" name="Rectangle 134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37" name="Picture 13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38" name="Rectangle 13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" cy="489204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8600" y="109728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OUTSTANDING ACTIONS &amp; DECISIONS REQUIRED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182880" y="658368"/>
            <a:ext cx="36576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67665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658368"/>
            <a:ext cx="411480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676656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/ Decision Required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63440" y="658368"/>
            <a:ext cx="137160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9160" y="67665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035040" y="658368"/>
            <a:ext cx="109728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67665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Date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132320" y="658368"/>
            <a:ext cx="91440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78040" y="67665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046720" y="658368"/>
            <a:ext cx="1097280" cy="31089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92440" y="67665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182880" y="1024128"/>
            <a:ext cx="36576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28600" y="107899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48640" y="1024128"/>
            <a:ext cx="41148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1078992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663440" y="1024128"/>
            <a:ext cx="13716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09160" y="107899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035040" y="1024128"/>
            <a:ext cx="109728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80760" y="1078992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132320" y="1024128"/>
            <a:ext cx="9144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78040" y="107899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/ Med / Low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046720" y="1024128"/>
            <a:ext cx="109728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092440" y="1078992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182880" y="1536192"/>
            <a:ext cx="365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28600" y="1591056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48640" y="1536192"/>
            <a:ext cx="4114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4360" y="1591056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663440" y="1536192"/>
            <a:ext cx="1371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09160" y="1591056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035040" y="1536192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080760" y="1591056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7132320" y="1536192"/>
            <a:ext cx="914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178040" y="1591056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/ Med / Low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8046720" y="1536192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092440" y="1591056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182880" y="2048256"/>
            <a:ext cx="36576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28600" y="2103120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548640" y="2048256"/>
            <a:ext cx="41148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94360" y="2103120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4663440" y="2048256"/>
            <a:ext cx="13716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709160" y="210312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6035040" y="2048256"/>
            <a:ext cx="109728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080760" y="210312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7132320" y="2048256"/>
            <a:ext cx="9144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178040" y="210312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/ Med / Low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8046720" y="2048256"/>
            <a:ext cx="109728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092440" y="210312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182880" y="2560320"/>
            <a:ext cx="365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228600" y="2615184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548640" y="2560320"/>
            <a:ext cx="4114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594360" y="2615184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4663440" y="2560320"/>
            <a:ext cx="1371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709160" y="2615184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6035040" y="2560320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080760" y="2615184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7132320" y="2560320"/>
            <a:ext cx="914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7178040" y="2615184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/ Med / Low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8046720" y="2560320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8092440" y="2615184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182880" y="3072384"/>
            <a:ext cx="36576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228600" y="3127248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70" name="Shape 67"/>
          <p:cNvSpPr/>
          <p:nvPr/>
        </p:nvSpPr>
        <p:spPr>
          <a:xfrm>
            <a:off x="548640" y="3072384"/>
            <a:ext cx="41148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594360" y="3127248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4663440" y="3072384"/>
            <a:ext cx="13716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4709160" y="312724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74" name="Shape 71"/>
          <p:cNvSpPr/>
          <p:nvPr/>
        </p:nvSpPr>
        <p:spPr>
          <a:xfrm>
            <a:off x="6035040" y="3072384"/>
            <a:ext cx="109728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6080760" y="312724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76" name="Shape 73"/>
          <p:cNvSpPr/>
          <p:nvPr/>
        </p:nvSpPr>
        <p:spPr>
          <a:xfrm>
            <a:off x="7132320" y="3072384"/>
            <a:ext cx="9144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7178040" y="3127248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/ Med / Low</a:t>
            </a:r>
            <a:endParaRPr lang="en-US" sz="900" dirty="0"/>
          </a:p>
        </p:txBody>
      </p:sp>
      <p:sp>
        <p:nvSpPr>
          <p:cNvPr id="78" name="Shape 75"/>
          <p:cNvSpPr/>
          <p:nvPr/>
        </p:nvSpPr>
        <p:spPr>
          <a:xfrm>
            <a:off x="8046720" y="3072384"/>
            <a:ext cx="109728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8092440" y="312724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900" dirty="0"/>
          </a:p>
        </p:txBody>
      </p:sp>
      <p:sp>
        <p:nvSpPr>
          <p:cNvPr id="80" name="Shape 77"/>
          <p:cNvSpPr/>
          <p:nvPr/>
        </p:nvSpPr>
        <p:spPr>
          <a:xfrm>
            <a:off x="182880" y="3584448"/>
            <a:ext cx="365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228600" y="363931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82" name="Shape 79"/>
          <p:cNvSpPr/>
          <p:nvPr/>
        </p:nvSpPr>
        <p:spPr>
          <a:xfrm>
            <a:off x="548640" y="3584448"/>
            <a:ext cx="4114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594360" y="3639312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4663440" y="3584448"/>
            <a:ext cx="1371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4709160" y="363931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86" name="Shape 83"/>
          <p:cNvSpPr/>
          <p:nvPr/>
        </p:nvSpPr>
        <p:spPr>
          <a:xfrm>
            <a:off x="6035040" y="3584448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6080760" y="3639312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88" name="Shape 85"/>
          <p:cNvSpPr/>
          <p:nvPr/>
        </p:nvSpPr>
        <p:spPr>
          <a:xfrm>
            <a:off x="7132320" y="3584448"/>
            <a:ext cx="914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7178040" y="363931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/ Med / Low</a:t>
            </a:r>
            <a:endParaRPr lang="en-US" sz="900" dirty="0"/>
          </a:p>
        </p:txBody>
      </p:sp>
      <p:sp>
        <p:nvSpPr>
          <p:cNvPr id="90" name="Shape 87"/>
          <p:cNvSpPr/>
          <p:nvPr/>
        </p:nvSpPr>
        <p:spPr>
          <a:xfrm>
            <a:off x="8046720" y="3584448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8092440" y="3639312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900" dirty="0"/>
          </a:p>
        </p:txBody>
      </p:sp>
      <p:sp>
        <p:nvSpPr>
          <p:cNvPr id="92" name="Shape 89"/>
          <p:cNvSpPr/>
          <p:nvPr/>
        </p:nvSpPr>
        <p:spPr>
          <a:xfrm>
            <a:off x="182880" y="4096512"/>
            <a:ext cx="36576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228600" y="4151376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94" name="Shape 91"/>
          <p:cNvSpPr/>
          <p:nvPr/>
        </p:nvSpPr>
        <p:spPr>
          <a:xfrm>
            <a:off x="548640" y="4096512"/>
            <a:ext cx="41148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94360" y="4151376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96" name="Shape 93"/>
          <p:cNvSpPr/>
          <p:nvPr/>
        </p:nvSpPr>
        <p:spPr>
          <a:xfrm>
            <a:off x="4663440" y="4096512"/>
            <a:ext cx="13716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4709160" y="4151376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98" name="Shape 95"/>
          <p:cNvSpPr/>
          <p:nvPr/>
        </p:nvSpPr>
        <p:spPr>
          <a:xfrm>
            <a:off x="6035040" y="4096512"/>
            <a:ext cx="109728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6080760" y="4151376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00" name="Shape 97"/>
          <p:cNvSpPr/>
          <p:nvPr/>
        </p:nvSpPr>
        <p:spPr>
          <a:xfrm>
            <a:off x="7132320" y="4096512"/>
            <a:ext cx="91440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7178040" y="4151376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/ Med / Low</a:t>
            </a:r>
            <a:endParaRPr lang="en-US" sz="900" dirty="0"/>
          </a:p>
        </p:txBody>
      </p:sp>
      <p:sp>
        <p:nvSpPr>
          <p:cNvPr id="102" name="Shape 99"/>
          <p:cNvSpPr/>
          <p:nvPr/>
        </p:nvSpPr>
        <p:spPr>
          <a:xfrm>
            <a:off x="8046720" y="4096512"/>
            <a:ext cx="1097280" cy="438912"/>
          </a:xfrm>
          <a:prstGeom prst="rect">
            <a:avLst/>
          </a:prstGeom>
          <a:solidFill>
            <a:srgbClr val="EBF7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8092440" y="4151376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900" dirty="0"/>
          </a:p>
        </p:txBody>
      </p:sp>
      <p:sp>
        <p:nvSpPr>
          <p:cNvPr id="104" name="Rectangle 103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06" name="Picture 10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07" name="Rectangle 10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9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pm2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1920240" cy="12801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901952"/>
            <a:ext cx="9144000" cy="64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0482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OUTCOME &amp; APPROVAL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2697480"/>
            <a:ext cx="2560320" cy="457200"/>
          </a:xfrm>
          <a:prstGeom prst="rect">
            <a:avLst/>
          </a:prstGeom>
          <a:solidFill>
            <a:srgbClr val="007BB5"/>
          </a:solidFill>
          <a:ln w="12700">
            <a:solidFill>
              <a:srgbClr val="007BB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0352" y="277063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Decision: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017520" y="2697480"/>
            <a:ext cx="5852160" cy="45720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90672" y="2770632"/>
            <a:ext cx="5705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 ·  Approved with actions  ·  Not approved — rework required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3246120"/>
            <a:ext cx="2560320" cy="457200"/>
          </a:xfrm>
          <a:prstGeom prst="rect">
            <a:avLst/>
          </a:prstGeom>
          <a:solidFill>
            <a:srgbClr val="007BB5"/>
          </a:solidFill>
          <a:ln w="12700">
            <a:solidFill>
              <a:srgbClr val="007BB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" y="33192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drawings / documents: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017520" y="3246120"/>
            <a:ext cx="5852160" cy="45720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90672" y="3319272"/>
            <a:ext cx="5705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drawing numbers approved at this review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3794760"/>
            <a:ext cx="2560320" cy="457200"/>
          </a:xfrm>
          <a:prstGeom prst="rect">
            <a:avLst/>
          </a:prstGeom>
          <a:solidFill>
            <a:srgbClr val="007BB5"/>
          </a:solidFill>
          <a:ln w="12700">
            <a:solidFill>
              <a:srgbClr val="007BB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" y="386791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review stage / date: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017520" y="3794760"/>
            <a:ext cx="5852160" cy="45720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90672" y="3867912"/>
            <a:ext cx="5705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4343400"/>
            <a:ext cx="2560320" cy="457200"/>
          </a:xfrm>
          <a:prstGeom prst="rect">
            <a:avLst/>
          </a:prstGeom>
          <a:solidFill>
            <a:srgbClr val="007BB5"/>
          </a:solidFill>
          <a:ln w="12700">
            <a:solidFill>
              <a:srgbClr val="007BB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0352" y="441655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by (Design Authority):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017520" y="4343400"/>
            <a:ext cx="5852160" cy="45720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090672" y="4416552"/>
            <a:ext cx="5705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/ Role</a:t>
            </a:r>
            <a:endParaRPr lang="en-US" sz="1050" dirty="0"/>
          </a:p>
        </p:txBody>
      </p:sp>
      <p:sp>
        <p:nvSpPr>
          <p:cNvPr id="21" name="Rectangle 20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1668FDD-CCD0-4185-912D-AC8F7D34FEF5}"/>
</file>

<file path=customXml/itemProps2.xml><?xml version="1.0" encoding="utf-8"?>
<ds:datastoreItem xmlns:ds="http://schemas.openxmlformats.org/officeDocument/2006/customXml" ds:itemID="{96A05981-FCC0-4B7C-A206-E7EE1323AA18}"/>
</file>

<file path=customXml/itemProps3.xml><?xml version="1.0" encoding="utf-8"?>
<ds:datastoreItem xmlns:ds="http://schemas.openxmlformats.org/officeDocument/2006/customXml" ds:itemID="{4E0059E9-1178-4CAB-8177-C2C274FEA999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DPM-09 Design Review Presentation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