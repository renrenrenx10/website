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media/image1.jpg" ContentType="image/jpg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101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 CHART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Planning Tool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Strategy &amp; Leadership  |  SL-05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182880" y="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 Chart  —  Strategic Planning Template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SL-05  |  F4N Strategy &amp; Leadership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2724912" y="758952"/>
            <a:ext cx="4242816" cy="4242816"/>
          </a:xfrm>
          <a:prstGeom prst="ellipse">
            <a:avLst/>
          </a:prstGeom>
          <a:solidFill>
            <a:srgbClr val="F0F7FF"/>
          </a:solidFill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3154680" y="1188720"/>
            <a:ext cx="3383280" cy="3383280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703320" y="1737360"/>
            <a:ext cx="2286000" cy="2286000"/>
          </a:xfrm>
          <a:prstGeom prst="ellipse">
            <a:avLst/>
          </a:prstGeom>
          <a:solidFill>
            <a:srgbClr val="B8D4EE"/>
          </a:solidFill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4251960" y="228600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846320" y="2880360"/>
            <a:ext cx="0" cy="0"/>
          </a:xfrm>
          <a:prstGeom prst="line">
            <a:avLst/>
          </a:prstGeom>
          <a:noFill/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846320" y="2880360"/>
            <a:ext cx="1500062" cy="0"/>
          </a:xfrm>
          <a:prstGeom prst="line">
            <a:avLst/>
          </a:prstGeom>
          <a:noFill/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846320" y="2880360"/>
            <a:ext cx="2121408" cy="0"/>
          </a:xfrm>
          <a:prstGeom prst="line">
            <a:avLst/>
          </a:prstGeom>
          <a:noFill/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846320" y="2880360"/>
            <a:ext cx="1500062" cy="1500062"/>
          </a:xfrm>
          <a:prstGeom prst="line">
            <a:avLst/>
          </a:prstGeom>
          <a:noFill/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846320" y="2880360"/>
            <a:ext cx="0" cy="2121408"/>
          </a:xfrm>
          <a:prstGeom prst="line">
            <a:avLst/>
          </a:prstGeom>
          <a:noFill/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846320" y="2880360"/>
            <a:ext cx="0" cy="1500062"/>
          </a:xfrm>
          <a:prstGeom prst="line">
            <a:avLst/>
          </a:prstGeom>
          <a:noFill/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846320" y="2880360"/>
            <a:ext cx="0" cy="0"/>
          </a:xfrm>
          <a:prstGeom prst="line">
            <a:avLst/>
          </a:prstGeom>
          <a:noFill/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846320" y="2880360"/>
            <a:ext cx="0" cy="0"/>
          </a:xfrm>
          <a:prstGeom prst="line">
            <a:avLst/>
          </a:prstGeom>
          <a:noFill/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4736592" y="2770632"/>
            <a:ext cx="219456" cy="219456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5120640" y="27157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669280" y="27157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217920" y="27157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389120" y="10058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[Factor 1]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160745" y="834415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[Factor 2]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894576" y="2606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[Factor 3]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160745" y="4377665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[Factor 4]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389120" y="511149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[Factor 5]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617495" y="4377665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[Factor 6]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883664" y="2606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[Factor 7]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617495" y="834415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[Factor 8]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306824" y="2340864"/>
            <a:ext cx="1078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306824" y="2514600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[Write your</a:t>
            </a:r>
            <a:endParaRPr lang="en-US" sz="700" dirty="0"/>
          </a:p>
          <a:p>
            <a:pPr marL="0" indent="0" algn="ctr"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vision</a:t>
            </a:r>
            <a:endParaRPr lang="en-US" sz="700" dirty="0"/>
          </a:p>
          <a:p>
            <a:pPr marL="0" indent="0" algn="ctr"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here]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91440" y="502920"/>
            <a:ext cx="2286000" cy="50292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91440" y="50292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STATEMENT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91440" y="722376"/>
            <a:ext cx="2286000" cy="548640"/>
          </a:xfrm>
          <a:prstGeom prst="rect">
            <a:avLst/>
          </a:prstGeom>
          <a:solidFill>
            <a:srgbClr val="F0F8FF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146304" y="731520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your company's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year vision here]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91440" y="1325880"/>
            <a:ext cx="2286000" cy="256032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91440" y="1325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AREA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91440" y="1581912"/>
            <a:ext cx="2286000" cy="256032"/>
          </a:xfrm>
          <a:prstGeom prst="rect">
            <a:avLst/>
          </a:prstGeom>
          <a:solidFill>
            <a:srgbClr val="F8F0F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146304" y="1581912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 Name]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91440" y="1901952"/>
            <a:ext cx="2286000" cy="256032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91440" y="1901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/ PREPARED BY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91440" y="2157984"/>
            <a:ext cx="2286000" cy="256032"/>
          </a:xfrm>
          <a:prstGeom prst="rect">
            <a:avLst/>
          </a:prstGeom>
          <a:solidFill>
            <a:srgbClr val="F4F8FF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146304" y="2157984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  /  [Name]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91440" y="2487168"/>
            <a:ext cx="2286000" cy="27432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91440" y="2487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91440" y="2761488"/>
            <a:ext cx="2286000" cy="2103120"/>
          </a:xfrm>
          <a:prstGeom prst="rect">
            <a:avLst/>
          </a:prstGeom>
          <a:solidFill>
            <a:srgbClr val="F4F8FF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4"/>
          <p:cNvSpPr/>
          <p:nvPr/>
        </p:nvSpPr>
        <p:spPr>
          <a:xfrm>
            <a:off x="164592" y="2788920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Write your Vision in the centre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164592" y="3118104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Label each spoke with a key metric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64592" y="3447288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Set time period for each ring (Year 1/2/3)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64592" y="3776472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Enter targets for each factor per ring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164592" y="4105656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Add key actions in each segment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164592" y="4434840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Review &amp; update at each strategy review</a:t>
            </a:r>
            <a:endParaRPr lang="en-US" sz="850" dirty="0"/>
          </a:p>
        </p:txBody>
      </p:sp>
      <p:sp>
        <p:nvSpPr>
          <p:cNvPr id="53" name="Rectangle 52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182880" y="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 Chart  —  Completed Example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SL-05  |  F4N Strategy &amp; Leadership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2724912" y="758952"/>
            <a:ext cx="4242816" cy="4242816"/>
          </a:xfrm>
          <a:prstGeom prst="ellipse">
            <a:avLst/>
          </a:prstGeom>
          <a:solidFill>
            <a:srgbClr val="F0F7FF"/>
          </a:solidFill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3154680" y="1188720"/>
            <a:ext cx="3383280" cy="3383280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703320" y="1737360"/>
            <a:ext cx="2286000" cy="2286000"/>
          </a:xfrm>
          <a:prstGeom prst="ellipse">
            <a:avLst/>
          </a:prstGeom>
          <a:solidFill>
            <a:srgbClr val="B8D4EE"/>
          </a:solidFill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4251960" y="228600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846320" y="2880360"/>
            <a:ext cx="0" cy="0"/>
          </a:xfrm>
          <a:prstGeom prst="line">
            <a:avLst/>
          </a:prstGeom>
          <a:noFill/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846320" y="2880360"/>
            <a:ext cx="1500062" cy="0"/>
          </a:xfrm>
          <a:prstGeom prst="line">
            <a:avLst/>
          </a:prstGeom>
          <a:noFill/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846320" y="2880360"/>
            <a:ext cx="2121408" cy="0"/>
          </a:xfrm>
          <a:prstGeom prst="line">
            <a:avLst/>
          </a:prstGeom>
          <a:noFill/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846320" y="2880360"/>
            <a:ext cx="1500062" cy="1500062"/>
          </a:xfrm>
          <a:prstGeom prst="line">
            <a:avLst/>
          </a:prstGeom>
          <a:noFill/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846320" y="2880360"/>
            <a:ext cx="0" cy="2121408"/>
          </a:xfrm>
          <a:prstGeom prst="line">
            <a:avLst/>
          </a:prstGeom>
          <a:noFill/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846320" y="2880360"/>
            <a:ext cx="0" cy="1500062"/>
          </a:xfrm>
          <a:prstGeom prst="line">
            <a:avLst/>
          </a:prstGeom>
          <a:noFill/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846320" y="2880360"/>
            <a:ext cx="0" cy="0"/>
          </a:xfrm>
          <a:prstGeom prst="line">
            <a:avLst/>
          </a:prstGeom>
          <a:noFill/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846320" y="2880360"/>
            <a:ext cx="0" cy="0"/>
          </a:xfrm>
          <a:prstGeom prst="line">
            <a:avLst/>
          </a:prstGeom>
          <a:noFill/>
          <a:ln w="127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4736592" y="2770632"/>
            <a:ext cx="219456" cy="219456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5120640" y="27157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669280" y="27157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217920" y="27157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389120" y="10058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160745" y="834415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£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894576" y="2606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of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160745" y="4377665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389120" y="511149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617495" y="4377665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%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883664" y="2606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Profitability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(EBITDA %)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617495" y="834415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663440" y="217627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£8M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4663440" y="162763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£12M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663440" y="107899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£18M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083716" y="235035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£0.5M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471663" y="1962409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£1.5M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5859610" y="157446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£3M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257800" y="277063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806440" y="277063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6355080" y="277063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5083716" y="3190908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5471663" y="3578855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5859610" y="396680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663440" y="336499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4663440" y="391363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4663440" y="446227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4243164" y="3190908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3855217" y="3578855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3467270" y="396680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4069080" y="277063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3520440" y="277063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2971800" y="277063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4243164" y="235035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3855217" y="1962409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3467270" y="157446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4288536" y="2322576"/>
            <a:ext cx="11155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to £18M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 by 2027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nuclear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entry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7452360" y="1426464"/>
            <a:ext cx="141732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/>
          <p:nvPr/>
        </p:nvSpPr>
        <p:spPr>
          <a:xfrm>
            <a:off x="7498080" y="146304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targets for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time ring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6995160" y="2523744"/>
            <a:ext cx="141732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7"/>
          <p:cNvSpPr/>
          <p:nvPr/>
        </p:nvSpPr>
        <p:spPr>
          <a:xfrm>
            <a:off x="7040880" y="256032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vision in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circle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1440" y="502920"/>
            <a:ext cx="2286000" cy="50292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9"/>
          <p:cNvSpPr/>
          <p:nvPr/>
        </p:nvSpPr>
        <p:spPr>
          <a:xfrm>
            <a:off x="91440" y="50292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STATEMENT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91440" y="722376"/>
            <a:ext cx="2286000" cy="548640"/>
          </a:xfrm>
          <a:prstGeom prst="rect">
            <a:avLst/>
          </a:prstGeom>
          <a:solidFill>
            <a:srgbClr val="F0F8FF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1"/>
          <p:cNvSpPr/>
          <p:nvPr/>
        </p:nvSpPr>
        <p:spPr>
          <a:xfrm>
            <a:off x="146304" y="731520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to £18M turnover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2027 through nuclear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entry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91440" y="1325880"/>
            <a:ext cx="2286000" cy="256032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/>
          <p:nvPr/>
        </p:nvSpPr>
        <p:spPr>
          <a:xfrm>
            <a:off x="91440" y="1325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AREA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91440" y="1581912"/>
            <a:ext cx="2286000" cy="256032"/>
          </a:xfrm>
          <a:prstGeom prst="rect">
            <a:avLst/>
          </a:prstGeom>
          <a:solidFill>
            <a:srgbClr val="F8F0F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5"/>
          <p:cNvSpPr/>
          <p:nvPr/>
        </p:nvSpPr>
        <p:spPr>
          <a:xfrm>
            <a:off x="146304" y="1581912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 Name]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91440" y="1901952"/>
            <a:ext cx="2286000" cy="256032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7"/>
          <p:cNvSpPr/>
          <p:nvPr/>
        </p:nvSpPr>
        <p:spPr>
          <a:xfrm>
            <a:off x="91440" y="1901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/ PREPARED BY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91440" y="2157984"/>
            <a:ext cx="2286000" cy="256032"/>
          </a:xfrm>
          <a:prstGeom prst="rect">
            <a:avLst/>
          </a:prstGeom>
          <a:solidFill>
            <a:srgbClr val="F4F8FF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9"/>
          <p:cNvSpPr/>
          <p:nvPr/>
        </p:nvSpPr>
        <p:spPr>
          <a:xfrm>
            <a:off x="146304" y="2157984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  /  [Name]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91440" y="2487168"/>
            <a:ext cx="2286000" cy="27432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71"/>
          <p:cNvSpPr/>
          <p:nvPr/>
        </p:nvSpPr>
        <p:spPr>
          <a:xfrm>
            <a:off x="91440" y="2487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91440" y="2761488"/>
            <a:ext cx="2286000" cy="2103120"/>
          </a:xfrm>
          <a:prstGeom prst="rect">
            <a:avLst/>
          </a:prstGeom>
          <a:solidFill>
            <a:srgbClr val="F4F8FF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3"/>
          <p:cNvSpPr/>
          <p:nvPr/>
        </p:nvSpPr>
        <p:spPr>
          <a:xfrm>
            <a:off x="164592" y="2788920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Write your Vision in the centre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164592" y="3118104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Label each spoke with a key metric</a:t>
            </a:r>
            <a:endParaRPr lang="en-US" sz="850" dirty="0"/>
          </a:p>
        </p:txBody>
      </p:sp>
      <p:sp>
        <p:nvSpPr>
          <p:cNvPr id="78" name="Text 75"/>
          <p:cNvSpPr/>
          <p:nvPr/>
        </p:nvSpPr>
        <p:spPr>
          <a:xfrm>
            <a:off x="164592" y="3447288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Set time period for each ring (Year 1/2/3)</a:t>
            </a:r>
            <a:endParaRPr lang="en-US" sz="850" dirty="0"/>
          </a:p>
        </p:txBody>
      </p:sp>
      <p:sp>
        <p:nvSpPr>
          <p:cNvPr id="79" name="Text 76"/>
          <p:cNvSpPr/>
          <p:nvPr/>
        </p:nvSpPr>
        <p:spPr>
          <a:xfrm>
            <a:off x="164592" y="3776472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Enter targets for each factor per ring</a:t>
            </a:r>
            <a:endParaRPr lang="en-US" sz="850" dirty="0"/>
          </a:p>
        </p:txBody>
      </p:sp>
      <p:sp>
        <p:nvSpPr>
          <p:cNvPr id="80" name="Text 77"/>
          <p:cNvSpPr/>
          <p:nvPr/>
        </p:nvSpPr>
        <p:spPr>
          <a:xfrm>
            <a:off x="164592" y="4105656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Add key actions in each segment</a:t>
            </a:r>
            <a:endParaRPr lang="en-US" sz="850" dirty="0"/>
          </a:p>
        </p:txBody>
      </p:sp>
      <p:sp>
        <p:nvSpPr>
          <p:cNvPr id="81" name="Text 78"/>
          <p:cNvSpPr/>
          <p:nvPr/>
        </p:nvSpPr>
        <p:spPr>
          <a:xfrm>
            <a:off x="164592" y="4434840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Review &amp; update at each strategy review</a:t>
            </a:r>
            <a:endParaRPr lang="en-US" sz="850" dirty="0"/>
          </a:p>
        </p:txBody>
      </p:sp>
      <p:sp>
        <p:nvSpPr>
          <p:cNvPr id="82" name="Rectangle 8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85" name="Rectangle 8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182880" y="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SL-05  Orbit Chart  —  How to Complete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37160" y="731520"/>
            <a:ext cx="8869680" cy="621792"/>
          </a:xfrm>
          <a:prstGeom prst="rect">
            <a:avLst/>
          </a:prstGeom>
          <a:solidFill>
            <a:srgbClr val="EEF6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137160" y="731520"/>
            <a:ext cx="384048" cy="62179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37160" y="73152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7680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Vision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0058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centre circle, write your company's 3–5 year vision statement. This is your destination — what you are striving to achieve.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37160" y="1417320"/>
            <a:ext cx="8869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137160" y="1417320"/>
            <a:ext cx="384048" cy="62179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37160" y="141732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94360" y="14538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8 key factors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16916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Along the 8 radial lines (the spokes), label each with a key factor you want to track — e.g. Revenue, No. of Customers, Staff, Quality, Market Share, Product Range, Profitability, Nuclear Orders.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37160" y="2103120"/>
            <a:ext cx="8869680" cy="621792"/>
          </a:xfrm>
          <a:prstGeom prst="rect">
            <a:avLst/>
          </a:prstGeom>
          <a:solidFill>
            <a:srgbClr val="EEF6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137160" y="2103120"/>
            <a:ext cx="384048" cy="62179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137160" y="210312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94360" y="21396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time rings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" y="23774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each concentric ring with a time period — typically Year 1, Year 2, Year 3. The innermost ring is nearest-term.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37160" y="2788920"/>
            <a:ext cx="8869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137160" y="2788920"/>
            <a:ext cx="384048" cy="62179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137160" y="278892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94360" y="28254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your targets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4360" y="30632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factor, mark a target value on each ring for each year. Connect the marks with a line to show the improvement journey over time.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37160" y="3474720"/>
            <a:ext cx="8869680" cy="621792"/>
          </a:xfrm>
          <a:prstGeom prst="rect">
            <a:avLst/>
          </a:prstGeom>
          <a:solidFill>
            <a:srgbClr val="EEF6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137160" y="3474720"/>
            <a:ext cx="384048" cy="62179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137160" y="347472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94360" y="35112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actions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94360" y="37490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section, identify the key actions or initiatives needed to achieve the targets. Write these inside the relevant segment.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37160" y="4160520"/>
            <a:ext cx="8869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137160" y="4160520"/>
            <a:ext cx="384048" cy="62179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137160" y="416052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594360" y="41970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quarterly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94360" y="44348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Orbit Chart to your quarterly strategy review. Mark actual performance and update targets as the business evolves.</a:t>
            </a:r>
            <a:endParaRPr lang="en-US" sz="900" dirty="0"/>
          </a:p>
        </p:txBody>
      </p:sp>
      <p:sp>
        <p:nvSpPr>
          <p:cNvPr id="35" name="Rectangle 34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6DBA827-57C3-4AFB-BCF8-57B22E8FCF63}"/>
</file>

<file path=customXml/itemProps2.xml><?xml version="1.0" encoding="utf-8"?>
<ds:datastoreItem xmlns:ds="http://schemas.openxmlformats.org/officeDocument/2006/customXml" ds:itemID="{04F43E97-A883-4A42-9E16-84C880A47CE8}"/>
</file>

<file path=customXml/itemProps3.xml><?xml version="1.0" encoding="utf-8"?>
<ds:datastoreItem xmlns:ds="http://schemas.openxmlformats.org/officeDocument/2006/customXml" ds:itemID="{CB56A188-42D0-4A2F-BB6F-7590F85AF8D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Office PowerPoint</Application>
  <PresentationFormat>On-screen Show (16:9)</PresentationFormat>
  <Paragraphs>134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 05 Orbit Chart Template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