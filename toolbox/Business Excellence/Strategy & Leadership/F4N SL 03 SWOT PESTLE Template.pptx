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9211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9F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8138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28600" dist="508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FOR NUCLEAR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&amp; PESTLE Analysis Templates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2651760"/>
            <a:ext cx="1097280" cy="54864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analysis tools for nuclear market readiness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Leadership Toolkit  |  SL-03</a:t>
            </a:r>
            <a:endParaRPr lang="en-US" sz="900" dirty="0"/>
          </a:p>
        </p:txBody>
      </p:sp>
      <p:pic>
        <p:nvPicPr>
          <p:cNvPr id="9" name="Image 0" descr="/home/claude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526280"/>
            <a:ext cx="1417320" cy="8326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Analysis Template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your internal strengths/weaknesses and external opportunities/threats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74320" y="9144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Company: ________________________________   Date: __________   Completed by: ____________________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28600" y="1143000"/>
            <a:ext cx="4206240" cy="1783080"/>
          </a:xfrm>
          <a:prstGeom prst="rect">
            <a:avLst/>
          </a:prstGeom>
          <a:solidFill>
            <a:srgbClr val="E8F5E9"/>
          </a:solidFill>
          <a:ln w="1905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6576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" y="1527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positive factors within your control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6576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add points — aim for 4–6 specific, honest items relevant to your nuclear ambitions]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1143000"/>
            <a:ext cx="4206240" cy="1783080"/>
          </a:xfrm>
          <a:prstGeom prst="rect">
            <a:avLst/>
          </a:prstGeom>
          <a:solidFill>
            <a:srgbClr val="FFF3E0"/>
          </a:solidFill>
          <a:ln w="1905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80060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00600" y="1527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— factors that disadvantage you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0060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add points — aim for 4–6 specific, honest items relevant to your nuclear ambitions]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28600" y="3063240"/>
            <a:ext cx="4206240" cy="1783080"/>
          </a:xfrm>
          <a:prstGeom prst="rect">
            <a:avLst/>
          </a:prstGeom>
          <a:solidFill>
            <a:srgbClr val="E3F2FD"/>
          </a:solidFill>
          <a:ln w="1905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65760" y="3447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— factors that could benefit you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3703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add points — aim for 4–6 specific, honest items relevant to your nuclear ambitions]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663440" y="3063240"/>
            <a:ext cx="4206240" cy="1783080"/>
          </a:xfrm>
          <a:prstGeom prst="rect">
            <a:avLst/>
          </a:prstGeom>
          <a:solidFill>
            <a:srgbClr val="FCE4EC"/>
          </a:solidFill>
          <a:ln w="19050">
            <a:solidFill>
              <a:srgbClr val="880E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4800600" y="3154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800600" y="34472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0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— factors that could harm you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00600" y="3703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[Click to add points — aim for 4–6 specific, honest items relevant to your nuclear ambitions]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26280" y="1143000"/>
            <a:ext cx="0" cy="365760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5"/>
          <p:cNvSpPr/>
          <p:nvPr/>
        </p:nvSpPr>
        <p:spPr>
          <a:xfrm>
            <a:off x="228600" y="3017520"/>
            <a:ext cx="868680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228600" y="1143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28600" y="3017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700" dirty="0"/>
          </a:p>
        </p:txBody>
      </p:sp>
      <p:sp>
        <p:nvSpPr>
          <p:cNvPr id="31" name="Rectangle 3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PESTLE Analysis Template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environment analysis — understand the landscape your business operates 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28600" y="960120"/>
            <a:ext cx="50292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28600" y="1234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31520" y="960120"/>
            <a:ext cx="397764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822960" y="1033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Political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1307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factors: Government nuclear policy, planning regulations, export controls, political stability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22960" y="16733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analysis here — what are the key factors affecting your nuclear ambitions?]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09160" y="960120"/>
            <a:ext cx="502920" cy="1188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4709160" y="12344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212080" y="960120"/>
            <a:ext cx="397764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5303520" y="1033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303520" y="13075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factors: Energy pricing, capital spending cycles, inflation/costs, nuclear programme funding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303520" y="16733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analysis here — what are the key factors affecting your nuclear ambitions?]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28600" y="2331720"/>
            <a:ext cx="502920" cy="1188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228600" y="2606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731520" y="2331720"/>
            <a:ext cx="397764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822960" y="2404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" y="2679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factors: Public perception of nuclear, skills availability, STEM pipeline, regional employment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" y="3044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analysis here — what are the key factors affecting your nuclear ambitions?]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709160" y="2331720"/>
            <a:ext cx="502920" cy="11887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4709160" y="2606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5212080" y="2331720"/>
            <a:ext cx="397764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8"/>
          <p:cNvSpPr/>
          <p:nvPr/>
        </p:nvSpPr>
        <p:spPr>
          <a:xfrm>
            <a:off x="5303520" y="2404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Technological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303520" y="2679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factors: Advanced manufacturing, digital tools, new reactor designs, automation opportunities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303520" y="30449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analysis here — what are the key factors affecting your nuclear ambitions?]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28600" y="3703320"/>
            <a:ext cx="502920" cy="118872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2"/>
          <p:cNvSpPr/>
          <p:nvPr/>
        </p:nvSpPr>
        <p:spPr>
          <a:xfrm>
            <a:off x="228600" y="3977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2200" dirty="0"/>
          </a:p>
        </p:txBody>
      </p:sp>
      <p:sp>
        <p:nvSpPr>
          <p:cNvPr id="36" name="Shape 33"/>
          <p:cNvSpPr/>
          <p:nvPr/>
        </p:nvSpPr>
        <p:spPr>
          <a:xfrm>
            <a:off x="731520" y="3703320"/>
            <a:ext cx="397764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4"/>
          <p:cNvSpPr/>
          <p:nvPr/>
        </p:nvSpPr>
        <p:spPr>
          <a:xfrm>
            <a:off x="822960" y="3776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Regulatory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2960" y="4050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factors: ONR regulations, ISO standards, H&amp;S legislation, GDPR, trade law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22960" y="4416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analysis here — what are the key factors affecting your nuclear ambitions?]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709160" y="3703320"/>
            <a:ext cx="502920" cy="11887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8"/>
          <p:cNvSpPr/>
          <p:nvPr/>
        </p:nvSpPr>
        <p:spPr>
          <a:xfrm>
            <a:off x="4709160" y="39776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2200" dirty="0"/>
          </a:p>
        </p:txBody>
      </p:sp>
      <p:sp>
        <p:nvSpPr>
          <p:cNvPr id="42" name="Shape 39"/>
          <p:cNvSpPr/>
          <p:nvPr/>
        </p:nvSpPr>
        <p:spPr>
          <a:xfrm>
            <a:off x="5212080" y="3703320"/>
            <a:ext cx="3977640" cy="1188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/>
          <p:cNvSpPr/>
          <p:nvPr/>
        </p:nvSpPr>
        <p:spPr>
          <a:xfrm>
            <a:off x="5303520" y="3776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5303520" y="4050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factors: Carbon targets, waste management, environmental licensing, sustainability reporting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5303520" y="4416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your analysis here — what are the key factors affecting your nuclear ambitions?]</a:t>
            </a:r>
            <a:endParaRPr lang="en-US" sz="1000" dirty="0"/>
          </a:p>
        </p:txBody>
      </p:sp>
      <p:sp>
        <p:nvSpPr>
          <p:cNvPr id="46" name="Rectangle 45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Analysis to Action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C0DF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SWOT &amp; PESTLE insights into strategic priorities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489204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005840"/>
          <a:ext cx="8686800" cy="38404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Priority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Based on (SWOT/PESTLE Factor)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By When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[e.g. Accelerate ISO 9001 certification]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[e.g. Strength: quality culture + Opportunity: nuclear market growth]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[e.g. Appoint QMS project lead, complete gap analysis by Q1, target certification Q3]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[e.g. Address skills gap in nuclear documentation]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[e.g. Weakness: limited nuclear QA experience]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[e.g. Recruit quality engineer with nuclear background, enroll team in NSA training]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priority]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SWOT/PESTLE factor]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strategic action]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priority]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SWOT/PESTLE factor]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strategic action]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priority]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SWOT/PESTLE factor]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[Insert strategic action]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[Name]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[Date]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89C366D-8CDE-4717-94C5-3247A7008245}"/>
</file>

<file path=customXml/itemProps2.xml><?xml version="1.0" encoding="utf-8"?>
<ds:datastoreItem xmlns:ds="http://schemas.openxmlformats.org/officeDocument/2006/customXml" ds:itemID="{5C8F9758-FE84-40C0-A361-2E8BDFD8029F}"/>
</file>

<file path=customXml/itemProps3.xml><?xml version="1.0" encoding="utf-8"?>
<ds:datastoreItem xmlns:ds="http://schemas.openxmlformats.org/officeDocument/2006/customXml" ds:itemID="{91E498A1-3433-4177-A4C3-26DF36A45A7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</Words>
  <Application>Microsoft Office PowerPoint</Application>
  <PresentationFormat>On-screen Show (16:9)</PresentationFormat>
  <Paragraphs>89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F4N SL 03 SWOT PESTLE Template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