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660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8138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FOR NUCLEAR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KPI Dashboard Template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1097280" cy="54864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Measure, monitor and manage performance against your strategic goals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Leadership Toolkit  |  SL-06</a:t>
            </a:r>
            <a:endParaRPr lang="en-US" sz="900" dirty="0"/>
          </a:p>
        </p:txBody>
      </p:sp>
      <p:pic>
        <p:nvPicPr>
          <p:cNvPr id="9" name="Image 0" descr="/home/claude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526280"/>
            <a:ext cx="1417320" cy="8326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 |  [Month Year]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896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STATUS: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188720" y="896112"/>
            <a:ext cx="164592" cy="164592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389888" y="886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377440" y="896112"/>
            <a:ext cx="164592" cy="16459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578608" y="886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566160" y="896112"/>
            <a:ext cx="164592" cy="1645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767328" y="886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Track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28600" y="1115568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228600" y="1115568"/>
            <a:ext cx="2029968" cy="25603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01752" y="115214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0040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YTD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0040" y="170992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£X.Xm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320040" y="224028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£X.Xm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" y="24871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12% vs LY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404872" y="1115568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2404872" y="1115568"/>
            <a:ext cx="2029968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2478024" y="115214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496312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Time Quality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496312" y="170992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XX%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2496312" y="224028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≥95%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496312" y="24871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2pp vs last month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81144" y="1115568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4581144" y="1115568"/>
            <a:ext cx="2029968" cy="25603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4654296" y="115214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72584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On-Time-In-Full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672584" y="170992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XX%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4672584" y="224028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≥95%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672584" y="24871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Stable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757416" y="1115568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6757416" y="1115568"/>
            <a:ext cx="2029968" cy="25603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830568" y="115214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848856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Time Incidents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848856" y="170992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43" name="Text 40"/>
          <p:cNvSpPr/>
          <p:nvPr/>
        </p:nvSpPr>
        <p:spPr>
          <a:xfrm>
            <a:off x="6848856" y="224028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0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848856" y="24871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180 days LTI-free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28600" y="2962656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228600" y="2962656"/>
            <a:ext cx="2029968" cy="25603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301752" y="299923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20040" y="32735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20040" y="355701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320040" y="40873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XX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320040" y="433425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new starters this month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2404872" y="2962656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2404872" y="2962656"/>
            <a:ext cx="2029968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2478024" y="299923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SCORE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2496312" y="32735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Score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2496312" y="355701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XX%</a:t>
            </a:r>
            <a:endParaRPr lang="en-US" sz="2400" dirty="0"/>
          </a:p>
        </p:txBody>
      </p:sp>
      <p:sp>
        <p:nvSpPr>
          <p:cNvPr id="57" name="Text 54"/>
          <p:cNvSpPr/>
          <p:nvPr/>
        </p:nvSpPr>
        <p:spPr>
          <a:xfrm>
            <a:off x="2496312" y="40873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≥85%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2496312" y="433425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 in progress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4581144" y="2962656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4581144" y="2962656"/>
            <a:ext cx="2029968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8"/>
          <p:cNvSpPr/>
          <p:nvPr/>
        </p:nvSpPr>
        <p:spPr>
          <a:xfrm>
            <a:off x="4654296" y="299923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4672584" y="32735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Pipeline (£)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4672584" y="355701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£XXX,000</a:t>
            </a:r>
            <a:endParaRPr lang="en-US" sz="2400" dirty="0"/>
          </a:p>
        </p:txBody>
      </p:sp>
      <p:sp>
        <p:nvSpPr>
          <p:cNvPr id="64" name="Text 61"/>
          <p:cNvSpPr/>
          <p:nvPr/>
        </p:nvSpPr>
        <p:spPr>
          <a:xfrm>
            <a:off x="4672584" y="40873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£XXXk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4672584" y="433425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active bids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6757416" y="2962656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6757416" y="2962656"/>
            <a:ext cx="2029968" cy="25603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/>
          <p:nvPr/>
        </p:nvSpPr>
        <p:spPr>
          <a:xfrm>
            <a:off x="6830568" y="299923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6848856" y="32735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Projects Active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6848856" y="355701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400" dirty="0"/>
          </a:p>
        </p:txBody>
      </p:sp>
      <p:sp>
        <p:nvSpPr>
          <p:cNvPr id="71" name="Text 68"/>
          <p:cNvSpPr/>
          <p:nvPr/>
        </p:nvSpPr>
        <p:spPr>
          <a:xfrm>
            <a:off x="6848856" y="40873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≥3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6848856" y="433425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completed this month</a:t>
            </a:r>
            <a:endParaRPr lang="en-US" sz="800" dirty="0"/>
          </a:p>
        </p:txBody>
      </p:sp>
      <p:sp>
        <p:nvSpPr>
          <p:cNvPr id="73" name="Rectangle 7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Actions &amp; Commentary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[Month Year]  |  Key issues, risks and actions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3931921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Commentary / Root Cause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YTD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[Commentary on performance vs target]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[Action if off track]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Time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[Commentary — what is causing the dip? Customer complaints? Process issue?]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[Specific corrective action — RCA initiated, process review scheduled]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OTIF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[Commentary]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[Action]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LTI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[Commentary — note any near misses this month]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[Action]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F4N 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[Commentary — which areas are holding the score back?]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[Action plan updates submitted, SCC review scheduled]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Nuclear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[Commentary — status of active bids]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[Action to progress bids / new outreach]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 Your KPI Review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rhythm — making performance management a habit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28600" y="1005840"/>
            <a:ext cx="128016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28600" y="10058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508760" y="1005840"/>
            <a:ext cx="740664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664208" y="10515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operational KPIs (OTIF, quality, safety incidents). Share with team leads. Discuss any immediate actions on shopfloor.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28600" y="1965960"/>
            <a:ext cx="1280160" cy="77724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228600" y="1965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508760" y="1965960"/>
            <a:ext cx="740664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1664208" y="20116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management KPI review meeting. Update this dashboard. Agree actions and owners for all amber/red KPIs. Minutes must be recorded.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28600" y="2926080"/>
            <a:ext cx="1280160" cy="77724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22860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508760" y="2926080"/>
            <a:ext cx="740664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1664208" y="29718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KPI review against 3-year targets. Update X-Matrix. Review progress on strategic objectives. Board-level visibility.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28600" y="3886200"/>
            <a:ext cx="1280160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228600" y="3886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ANNUALLY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508760" y="3886200"/>
            <a:ext cx="740664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1664208" y="39319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strategy refresh — review all KPIs against targets, reset next year's targets, update strategic plan document.</a:t>
            </a:r>
            <a:endParaRPr lang="en-US" sz="1200" dirty="0"/>
          </a:p>
        </p:txBody>
      </p:sp>
      <p:sp>
        <p:nvSpPr>
          <p:cNvPr id="26" name="Rectangle 25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06B301F-205C-4D7A-8BE6-8D3707A70337}"/>
</file>

<file path=customXml/itemProps2.xml><?xml version="1.0" encoding="utf-8"?>
<ds:datastoreItem xmlns:ds="http://schemas.openxmlformats.org/officeDocument/2006/customXml" ds:itemID="{AB7E800F-AAD6-4794-A38D-6DDE2B0C1C62}"/>
</file>

<file path=customXml/itemProps3.xml><?xml version="1.0" encoding="utf-8"?>
<ds:datastoreItem xmlns:ds="http://schemas.openxmlformats.org/officeDocument/2006/customXml" ds:itemID="{75D48E2D-1384-4E43-9A93-C8AC615CBC4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</Words>
  <Application>Microsoft Office PowerPoint</Application>
  <PresentationFormat>On-screen Show (16:9)</PresentationFormat>
  <Paragraphs>115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F4N SL 06 Strategic KPI Dashboard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