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58521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F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82880"/>
            <a:ext cx="585216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82296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3774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IDEA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92608" y="841248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(optional):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92608" y="1042416"/>
            <a:ext cx="563270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2608" y="1737360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/ Area: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92608" y="1938528"/>
            <a:ext cx="563270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2608" y="2633472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idea or suggestion: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2608" y="2834640"/>
            <a:ext cx="5632704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2871216"/>
            <a:ext cx="55229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current situation? What are you proposing?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92608" y="3090672"/>
            <a:ext cx="5632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 the IDEAS BOX or hand to your supervisor.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263640" y="182880"/>
            <a:ext cx="58521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F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63640" y="182880"/>
            <a:ext cx="585216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4320"/>
            <a:ext cx="82296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23774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IDEA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373368" y="841248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(optional):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6373368" y="1042416"/>
            <a:ext cx="563270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373368" y="1737360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/ Area: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373368" y="1938528"/>
            <a:ext cx="563270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73368" y="2633472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idea or suggestion: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373368" y="2834640"/>
            <a:ext cx="5632704" cy="128016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28232" y="2871216"/>
            <a:ext cx="55229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current situation? What are you proposing?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373368" y="3090672"/>
            <a:ext cx="5632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334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in the IDEAS BOX or hand to your supervisor.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182880" y="3611880"/>
            <a:ext cx="58521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FE3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82880" y="3611880"/>
            <a:ext cx="585216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03320"/>
            <a:ext cx="822960" cy="2743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188720" y="366674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IDEA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292608" y="4270248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(optional):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292608" y="4471416"/>
            <a:ext cx="563270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92608" y="5166360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/ Area: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292608" y="5367528"/>
            <a:ext cx="563270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6263640" y="3611880"/>
            <a:ext cx="58521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9FE3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6263640" y="3611880"/>
            <a:ext cx="5852160" cy="594360"/>
          </a:xfrm>
          <a:prstGeom prst="rect">
            <a:avLst/>
          </a:prstGeom>
          <a:solidFill>
            <a:srgbClr val="009FE3"/>
          </a:solidFill>
          <a:ln w="12700">
            <a:solidFill>
              <a:srgbClr val="009FE3"/>
            </a:solidFill>
            <a:prstDash val="solid"/>
          </a:ln>
        </p:spPr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703320"/>
            <a:ext cx="822960" cy="274320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269480" y="366674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IDEA</a:t>
            </a:r>
            <a:endParaRPr lang="en-US" sz="2000" dirty="0"/>
          </a:p>
        </p:txBody>
      </p:sp>
      <p:sp>
        <p:nvSpPr>
          <p:cNvPr id="44" name="Text 38"/>
          <p:cNvSpPr/>
          <p:nvPr/>
        </p:nvSpPr>
        <p:spPr>
          <a:xfrm>
            <a:off x="6373368" y="4270248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name (optional):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6373368" y="4471416"/>
            <a:ext cx="563270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6373368" y="5166360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/ Area: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6373368" y="5367528"/>
            <a:ext cx="5632704" cy="64008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Rectangle 47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" y="182880"/>
            <a:ext cx="58521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334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82880"/>
            <a:ext cx="5852160" cy="5943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82296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3774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 - OUR RESPONSE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92608" y="841248"/>
            <a:ext cx="1783080" cy="65836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9" name="Text 6"/>
          <p:cNvSpPr/>
          <p:nvPr/>
        </p:nvSpPr>
        <p:spPr>
          <a:xfrm>
            <a:off x="338328" y="886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APPROVED: We're doing it!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194560" y="841248"/>
            <a:ext cx="1783080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1" name="Text 8"/>
          <p:cNvSpPr/>
          <p:nvPr/>
        </p:nvSpPr>
        <p:spPr>
          <a:xfrm>
            <a:off x="2240280" y="886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REVIEW: Tell you more soon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096512" y="841248"/>
            <a:ext cx="178308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3" name="Text 10"/>
          <p:cNvSpPr/>
          <p:nvPr/>
        </p:nvSpPr>
        <p:spPr>
          <a:xfrm>
            <a:off x="4142232" y="886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PROCEEDING: See reason below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92608" y="1572768"/>
            <a:ext cx="5632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Reference: ___________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92608" y="1847088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response / reason: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2608" y="2057400"/>
            <a:ext cx="5632704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3090672"/>
            <a:ext cx="5632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Responded by: ___________________   Date: ____________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263640" y="182880"/>
            <a:ext cx="58521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334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63640" y="182880"/>
            <a:ext cx="5852160" cy="5943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4320"/>
            <a:ext cx="82296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69480" y="23774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 - OUR RESPONSE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6373368" y="841248"/>
            <a:ext cx="1783080" cy="65836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23" name="Text 19"/>
          <p:cNvSpPr/>
          <p:nvPr/>
        </p:nvSpPr>
        <p:spPr>
          <a:xfrm>
            <a:off x="6419088" y="886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APPROVED: We're doing it!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8275320" y="841248"/>
            <a:ext cx="1783080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25" name="Text 21"/>
          <p:cNvSpPr/>
          <p:nvPr/>
        </p:nvSpPr>
        <p:spPr>
          <a:xfrm>
            <a:off x="8321040" y="886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REVIEW: Tell you more soon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10177272" y="841248"/>
            <a:ext cx="178308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27" name="Text 23"/>
          <p:cNvSpPr/>
          <p:nvPr/>
        </p:nvSpPr>
        <p:spPr>
          <a:xfrm>
            <a:off x="10222992" y="886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PROCEEDING: See reason below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373368" y="1572768"/>
            <a:ext cx="5632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Reference: ___________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6373368" y="1847088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response / reason: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373368" y="2057400"/>
            <a:ext cx="5632704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73368" y="3090672"/>
            <a:ext cx="56327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Responded by: ___________________   Date: ____________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182880" y="3611880"/>
            <a:ext cx="58521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3348F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82880" y="3611880"/>
            <a:ext cx="5852160" cy="5943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03320"/>
            <a:ext cx="822960" cy="2743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1188720" y="366674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 - OUR RESPONSE</a:t>
            </a:r>
            <a:endParaRPr lang="en-US" sz="1500" dirty="0"/>
          </a:p>
        </p:txBody>
      </p:sp>
      <p:sp>
        <p:nvSpPr>
          <p:cNvPr id="36" name="Shape 31"/>
          <p:cNvSpPr/>
          <p:nvPr/>
        </p:nvSpPr>
        <p:spPr>
          <a:xfrm>
            <a:off x="292608" y="4270248"/>
            <a:ext cx="1783080" cy="65836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37" name="Text 32"/>
          <p:cNvSpPr/>
          <p:nvPr/>
        </p:nvSpPr>
        <p:spPr>
          <a:xfrm>
            <a:off x="338328" y="4315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APPROVED: We're doing it!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2194560" y="4270248"/>
            <a:ext cx="1783080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39" name="Text 34"/>
          <p:cNvSpPr/>
          <p:nvPr/>
        </p:nvSpPr>
        <p:spPr>
          <a:xfrm>
            <a:off x="2240280" y="4315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REVIEW: Tell you more soon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4096512" y="4270248"/>
            <a:ext cx="178308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41" name="Text 36"/>
          <p:cNvSpPr/>
          <p:nvPr/>
        </p:nvSpPr>
        <p:spPr>
          <a:xfrm>
            <a:off x="4142232" y="4315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PROCEEDING: See reason below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292608" y="5001768"/>
            <a:ext cx="5632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Reference: ___________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292608" y="5276088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response / reason: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292608" y="5486400"/>
            <a:ext cx="5632704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263640" y="3611880"/>
            <a:ext cx="58521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83348F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6263640" y="3611880"/>
            <a:ext cx="5852160" cy="594360"/>
          </a:xfrm>
          <a:prstGeom prst="rect">
            <a:avLst/>
          </a:prstGeom>
          <a:solidFill>
            <a:srgbClr val="83348F"/>
          </a:solidFill>
          <a:ln/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703320"/>
            <a:ext cx="822960" cy="27432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7269480" y="3666744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 - OUR RESPONSE</a:t>
            </a:r>
            <a:endParaRPr lang="en-US" sz="1500" dirty="0"/>
          </a:p>
        </p:txBody>
      </p:sp>
      <p:sp>
        <p:nvSpPr>
          <p:cNvPr id="50" name="Shape 44"/>
          <p:cNvSpPr/>
          <p:nvPr/>
        </p:nvSpPr>
        <p:spPr>
          <a:xfrm>
            <a:off x="6373368" y="4270248"/>
            <a:ext cx="1783080" cy="65836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51" name="Text 45"/>
          <p:cNvSpPr/>
          <p:nvPr/>
        </p:nvSpPr>
        <p:spPr>
          <a:xfrm>
            <a:off x="6419088" y="4315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APPROVED: We're doing it!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8275320" y="4270248"/>
            <a:ext cx="1783080" cy="65836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53" name="Text 47"/>
          <p:cNvSpPr/>
          <p:nvPr/>
        </p:nvSpPr>
        <p:spPr>
          <a:xfrm>
            <a:off x="8321040" y="4315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REVIEW: Tell you more soon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10177272" y="4270248"/>
            <a:ext cx="1783080" cy="658368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55" name="Text 49"/>
          <p:cNvSpPr/>
          <p:nvPr/>
        </p:nvSpPr>
        <p:spPr>
          <a:xfrm>
            <a:off x="10222992" y="431596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PROCEEDING: See reason below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6373368" y="5001768"/>
            <a:ext cx="56327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 Reference: ___________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6373368" y="5276088"/>
            <a:ext cx="56327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response / reason:</a:t>
            </a:r>
            <a:endParaRPr lang="en-US" sz="850" dirty="0"/>
          </a:p>
        </p:txBody>
      </p:sp>
      <p:sp>
        <p:nvSpPr>
          <p:cNvPr id="58" name="Shape 52"/>
          <p:cNvSpPr/>
          <p:nvPr/>
        </p:nvSpPr>
        <p:spPr>
          <a:xfrm>
            <a:off x="6373368" y="5486400"/>
            <a:ext cx="5632704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Rectangle 58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61520" cy="1097280"/>
          </a:xfrm>
          <a:prstGeom prst="rect">
            <a:avLst/>
          </a:prstGeom>
          <a:solidFill>
            <a:srgbClr val="009FE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"/>
            <a:ext cx="13716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AND SUGGESTIONS BOARD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6400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ideas make us better. Every idea gets a response within 5 working days.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7160" y="1188720"/>
            <a:ext cx="2834640" cy="475488"/>
          </a:xfrm>
          <a:prstGeom prst="rect">
            <a:avLst/>
          </a:prstGeom>
          <a:solidFill>
            <a:srgbClr val="009FE3"/>
          </a:solidFill>
          <a:ln/>
        </p:spPr>
      </p:sp>
      <p:sp>
        <p:nvSpPr>
          <p:cNvPr id="8" name="Text 5"/>
          <p:cNvSpPr/>
          <p:nvPr/>
        </p:nvSpPr>
        <p:spPr>
          <a:xfrm>
            <a:off x="210312" y="1188720"/>
            <a:ext cx="2688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SUBMIT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37160" y="1664208"/>
            <a:ext cx="283464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8600" y="1737360"/>
            <a:ext cx="2651760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Pick up an Idea Card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Write your idea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Drop in the Ideas Box or give to your supervisor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 is optional.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ideas are welcome.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08960" y="1188720"/>
            <a:ext cx="2834640" cy="475488"/>
          </a:xfrm>
          <a:prstGeom prst="rect">
            <a:avLst/>
          </a:prstGeom>
          <a:solidFill>
            <a:srgbClr val="FFC000"/>
          </a:solidFill>
          <a:ln/>
        </p:spPr>
      </p:sp>
      <p:sp>
        <p:nvSpPr>
          <p:cNvPr id="12" name="Text 9"/>
          <p:cNvSpPr/>
          <p:nvPr/>
        </p:nvSpPr>
        <p:spPr>
          <a:xfrm>
            <a:off x="3182112" y="1188720"/>
            <a:ext cx="2688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REVIEW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108960" y="1664208"/>
            <a:ext cx="283464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0" y="1737360"/>
            <a:ext cx="2651760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currently being considered: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idea cards here]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Updated: [Date]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1188720"/>
            <a:ext cx="2834640" cy="475488"/>
          </a:xfrm>
          <a:prstGeom prst="rect">
            <a:avLst/>
          </a:prstGeom>
          <a:solidFill>
            <a:srgbClr val="70AD47"/>
          </a:solidFill>
          <a:ln/>
        </p:spPr>
      </p:sp>
      <p:sp>
        <p:nvSpPr>
          <p:cNvPr id="16" name="Text 13"/>
          <p:cNvSpPr/>
          <p:nvPr/>
        </p:nvSpPr>
        <p:spPr>
          <a:xfrm>
            <a:off x="6153912" y="1188720"/>
            <a:ext cx="2688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AND IN PROGRESS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80760" y="1664208"/>
            <a:ext cx="283464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1737360"/>
            <a:ext cx="2651760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we are implementing: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idea cards here]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Updated: [Date]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052560" y="1188720"/>
            <a:ext cx="2834640" cy="475488"/>
          </a:xfrm>
          <a:prstGeom prst="rect">
            <a:avLst/>
          </a:prstGeom>
          <a:solidFill>
            <a:srgbClr val="83348F"/>
          </a:solidFill>
          <a:ln/>
        </p:spPr>
      </p:sp>
      <p:sp>
        <p:nvSpPr>
          <p:cNvPr id="20" name="Text 17"/>
          <p:cNvSpPr/>
          <p:nvPr/>
        </p:nvSpPr>
        <p:spPr>
          <a:xfrm>
            <a:off x="9125712" y="1188720"/>
            <a:ext cx="2688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9052560" y="1664208"/>
            <a:ext cx="2834640" cy="47548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44000" y="1737360"/>
            <a:ext cx="2651760" cy="4590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that made a difference: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[Add idea cards here]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59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log: QHSE-CI-04</a:t>
            </a:r>
            <a:endParaRPr lang="en-US" sz="1000" dirty="0"/>
          </a:p>
        </p:txBody>
      </p:sp>
      <p:sp>
        <p:nvSpPr>
          <p:cNvPr id="23" name="Rectangle 22"/>
          <p:cNvSpPr/>
          <p:nvPr/>
        </p:nvSpPr>
        <p:spPr>
          <a:xfrm>
            <a:off x="10564368" y="54864"/>
            <a:ext cx="15544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0088" y="100584"/>
            <a:ext cx="566928" cy="347472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2736" y="100584"/>
            <a:ext cx="658368" cy="34747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F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700" b="0">
                <a:solidFill>
                  <a:srgbClr val="FFFFFF"/>
                </a:solidFill>
              </a:rPr>
              <a:t>NucCol | Nuclear Collaboration Ltd  ·  Fit For Nuclear Programme  ·  Commercial in Confidence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53F6056AA6464A99729F79B34ECED9" ma:contentTypeVersion="15" ma:contentTypeDescription="Create a new document." ma:contentTypeScope="" ma:versionID="5f61f7f6e9ac7af992ae58f204f4a905">
  <xsd:schema xmlns:xsd="http://www.w3.org/2001/XMLSchema" xmlns:xs="http://www.w3.org/2001/XMLSchema" xmlns:p="http://schemas.microsoft.com/office/2006/metadata/properties" xmlns:ns2="ecb9c8fd-b149-4da5-ae47-4cb2a6f921f7" xmlns:ns3="a57c75ee-0d51-4c06-b83a-21883992ef88" targetNamespace="http://schemas.microsoft.com/office/2006/metadata/properties" ma:root="true" ma:fieldsID="5bd49160a10d99efc7c2a57519ff9fe8" ns2:_="" ns3:_="">
    <xsd:import namespace="ecb9c8fd-b149-4da5-ae47-4cb2a6f921f7"/>
    <xsd:import namespace="a57c75ee-0d51-4c06-b83a-21883992ef88"/>
    <xsd:element name="properties">
      <xsd:complexType>
        <xsd:sequence>
          <xsd:element name="documentManagement">
            <xsd:complexType>
              <xsd:all>
                <xsd:element ref="ns2:MigrationSource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9c8fd-b149-4da5-ae47-4cb2a6f921f7" elementFormDefault="qualified">
    <xsd:import namespace="http://schemas.microsoft.com/office/2006/documentManagement/types"/>
    <xsd:import namespace="http://schemas.microsoft.com/office/infopath/2007/PartnerControls"/>
    <xsd:element name="MigrationSourceID" ma:index="8" nillable="true" ma:displayName="MigrationSourceID" ma:internalName="MigrationSourceID" ma:readOnly="true">
      <xsd:simpleType>
        <xsd:restriction base="dms:Text"/>
      </xsd:simpleType>
    </xsd:element>
    <xsd:element name="TaxCatchAll" ma:index="20" nillable="true" ma:displayName="Taxonomy Catch All Column" ma:hidden="true" ma:list="{3bbffa37-1fb4-4f8b-a66f-2651692f13f0}" ma:internalName="TaxCatchAll" ma:showField="CatchAllData" ma:web="ecb9c8fd-b149-4da5-ae47-4cb2a6f921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7c75ee-0d51-4c06-b83a-21883992ef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323488a-041b-479c-b98c-53326eeb9f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b9c8fd-b149-4da5-ae47-4cb2a6f921f7" xsi:nil="true"/>
    <lcf76f155ced4ddcb4097134ff3c332f xmlns="a57c75ee-0d51-4c06-b83a-21883992ef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3041C56-E586-44D1-8976-46C237778656}"/>
</file>

<file path=customXml/itemProps2.xml><?xml version="1.0" encoding="utf-8"?>
<ds:datastoreItem xmlns:ds="http://schemas.openxmlformats.org/officeDocument/2006/customXml" ds:itemID="{7955CA92-009F-4960-944F-AA8DE8ED0869}"/>
</file>

<file path=customXml/itemProps3.xml><?xml version="1.0" encoding="utf-8"?>
<ds:datastoreItem xmlns:ds="http://schemas.openxmlformats.org/officeDocument/2006/customXml" ds:itemID="{22627F83-0B55-4957-A8C8-BBEFD918329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PEOP-11 Ideas Cards Board</dc:title>
  <dc:creator>John Hilton-Brammer</dc:creator>
  <cp:lastModifiedBy>John Hilton-Brammer</cp:lastModifiedBy>
  <dcterms:created xsi:type="dcterms:W3CDTF">2026-07-01T07:45:32Z</dcterms:created>
  <dcterms:modified xsi:type="dcterms:W3CDTF">2026-07-01T07:45:32Z</dcterms:modified>
  <cp:category>Fit For Nuclear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0x0101002453F6056AA6464A99729F79B34ECED9</vt:lpwstr>
  </property>
</Properties>
</file>