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011680" cy="667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Excellence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high-performing, engaged, and nuclear-ready team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People Excellence?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Excellence is the third section of the F4N Business Excellence assessment. It looks at how well your organisation develops, engages, and supports its people.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280160"/>
            <a:ext cx="166420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" y="1280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Awareness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2880" y="166420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7744" y="173736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employees understand the company's mission, vision, values, and their role in delivering them?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947672" y="1280160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2002536" y="1280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Objectives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947672" y="166420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02536" y="173736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every employee have SMART objectives aligned to the company strategy?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3712464" y="1280160"/>
            <a:ext cx="166420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3767328" y="1280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Engagement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712464" y="166420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67328" y="173736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employees actively involved in improvement and contributing to the business?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77256" y="1280160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5532120" y="1280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Morale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77256" y="166420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32120" y="173736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morale monitored? Are survey results acted upon?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242048" y="1280160"/>
            <a:ext cx="166420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7296912" y="12801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Development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242048" y="166420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96912" y="173736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structured appraisal and PDP process for every employee?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82880" y="2971800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237744" y="2971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Records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82880" y="335584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37744" y="342900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training records, qualifications, and SQEP status properly maintained?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947672" y="2971800"/>
            <a:ext cx="166420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3" name="Text 30"/>
          <p:cNvSpPr/>
          <p:nvPr/>
        </p:nvSpPr>
        <p:spPr>
          <a:xfrm>
            <a:off x="2002536" y="2971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and SQEP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1947672" y="335584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002536" y="342900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skills matrix? Are gaps identified and addressed?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712464" y="2971800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7" name="Text 34"/>
          <p:cNvSpPr/>
          <p:nvPr/>
        </p:nvSpPr>
        <p:spPr>
          <a:xfrm>
            <a:off x="3767328" y="2971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and Suggestions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712464" y="335584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67328" y="342900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process to capture and act on employee ideas?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477256" y="2971800"/>
            <a:ext cx="166420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1" name="Text 38"/>
          <p:cNvSpPr/>
          <p:nvPr/>
        </p:nvSpPr>
        <p:spPr>
          <a:xfrm>
            <a:off x="5532120" y="2971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Planning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477256" y="335584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32120" y="342900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business understand its future people needs?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242048" y="2971800"/>
            <a:ext cx="166420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45" name="Text 42"/>
          <p:cNvSpPr/>
          <p:nvPr/>
        </p:nvSpPr>
        <p:spPr>
          <a:xfrm>
            <a:off x="7296912" y="29718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and Wellbeing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7242048" y="3355848"/>
            <a:ext cx="1664208" cy="121615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296912" y="3429000"/>
            <a:ext cx="1554480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employees' health and wellbeing actively supported?</a:t>
            </a:r>
            <a:endParaRPr lang="en-US" sz="850" dirty="0"/>
          </a:p>
        </p:txBody>
      </p:sp>
      <p:sp>
        <p:nvSpPr>
          <p:cNvPr id="48" name="Rectangle 4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Awareness and Objectives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assessor will ask employees directly about the company's mission, vision, and values. They will also check whether employees have objectives linked to the company strategy.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awareness means: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6002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the company's mission, vision, and values by heart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where the company is heading and why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how your specific job contributes to the overall goals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briefed regularly on company performance and priorities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strategy communicated visually: on notice boards, in briefings, on performance boards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objectives mean: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600200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Specific: clearly describes what needs to be achieved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Measurable: has a target you can track and verify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Achievable: realistic given your role and resources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Relevant: linked to a company strategic objective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Time-bound: has a clear deadline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4370832"/>
            <a:ext cx="8412480" cy="438912"/>
          </a:xfrm>
          <a:prstGeom prst="rect">
            <a:avLst/>
          </a:prstGeom>
          <a:solidFill>
            <a:srgbClr val="E6F4FB"/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4443984"/>
            <a:ext cx="8193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employee must have documented objectives, reviewed at least annually through the appraisal process. The assessor will want to see examples. Use the Appraisal and PDP (PEOP-01).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Appraisal and Personal Development Plan (PDP)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appraisal is the foundation of the People Excellence framework. It links individual performance and development to the company's strategic goals.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34440"/>
            <a:ext cx="1600200" cy="43891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329184" y="1234440"/>
            <a:ext cx="1490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BEFORE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1673352"/>
            <a:ext cx="1600200" cy="2624328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746504"/>
            <a:ext cx="1453896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Prepare: employee self-assesses. Manager reviews previous objectives and gathers evidence.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993392" y="1234440"/>
            <a:ext cx="1600200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2048256" y="1234440"/>
            <a:ext cx="1490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APPRAISAL MEETING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993392" y="1673352"/>
            <a:ext cx="1600200" cy="2624328"/>
          </a:xfrm>
          <a:prstGeom prst="rect">
            <a:avLst/>
          </a:prstGeom>
          <a:solidFill>
            <a:srgbClr val="F5EB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66544" y="1746504"/>
            <a:ext cx="1453896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performance. Agree new objectives. Discuss career aspirations. Wellbeing check-in.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712464" y="1234440"/>
            <a:ext cx="1600200" cy="43891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3767328" y="1234440"/>
            <a:ext cx="1490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PDP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712464" y="1673352"/>
            <a:ext cx="1600200" cy="2624328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85616" y="1746504"/>
            <a:ext cx="1453896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development actions. Training needed. Target dates. How effectiveness will be measured.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31536" y="1234440"/>
            <a:ext cx="1600200" cy="43891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0" y="1234440"/>
            <a:ext cx="1490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MID-YEAR CHECK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431536" y="1673352"/>
            <a:ext cx="1600200" cy="2624328"/>
          </a:xfrm>
          <a:prstGeom prst="rect">
            <a:avLst/>
          </a:prstGeom>
          <a:solidFill>
            <a:srgbClr val="F5EB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04688" y="1746504"/>
            <a:ext cx="1453896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 review halfway through the year. Are we on track? Any changes needed?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150608" y="1234440"/>
            <a:ext cx="1600200" cy="43891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7205472" y="1234440"/>
            <a:ext cx="14904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NEXT APPRAISAL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150608" y="1673352"/>
            <a:ext cx="1600200" cy="2624328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23760" y="1746504"/>
            <a:ext cx="1453896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objectives against outcomes. Evidence of development. Repeat cycle.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65760" y="4407408"/>
            <a:ext cx="8412480" cy="384048"/>
          </a:xfrm>
          <a:prstGeom prst="rect">
            <a:avLst/>
          </a:prstGeom>
          <a:solidFill>
            <a:srgbClr val="E6F4FB"/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5488" y="4480560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reminder: Appraisal documents contain personal data. Store securely. Share only with the employee, their line manager, and HR. Redacted versions may be shown to F4N assessors.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Matrix and SQEP: Knowing What You Have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SQEP stands for Suitably Qualified and Experienced Personnel. In the nuclear sector, it is a formal requirement that every person carrying out a quality-critical activity is demonstrably qualified and experienced to do so.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Skills Matrix tells you: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600200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skills each employee currently has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level they are at (0=none to 4=expert)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mandatory skills are missing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there are skills gaps versus what the role requires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have capability to do more nuclear work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SQEP requirements for nuclear work: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600200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inspectors: CSWIP 3.1, PCN Level 2, or equivalent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Welders: BS EN ISO 9606-1 qualification per WPS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NDT inspectors: PCN Level 2 for applicable technique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Manager: CQI membership, ISO 9001 Lead Auditor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H&amp;S Manager: NEBOSH Certificate minimum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staff: Nuclear safety culture awareness training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4370832"/>
            <a:ext cx="8412480" cy="438912"/>
          </a:xfrm>
          <a:prstGeom prst="rect">
            <a:avLst/>
          </a:prstGeom>
          <a:solidFill>
            <a:srgbClr val="E6F4FB"/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4443984"/>
            <a:ext cx="8193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customers will ask to see SQEP evidence at contract review and during quality audits. An expired qualification on a safety-critical role is a major non-conformance. Keep the SQEP register up to date and set alerts for renewals.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Training: It's Not Just About Attendance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assessors specifically look for evidence that training has been effective, not just that it took place. Signing an attendance sheet is not enough.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assess whether training worked: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2743200" cy="50292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15727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Test / Quiz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08960" y="1572768"/>
            <a:ext cx="57607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0" y="1618488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quiz scores. Average improvement shows learning has occurred. Keep records.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139696"/>
            <a:ext cx="2743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320040" y="21396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Observation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108960" y="2139696"/>
            <a:ext cx="57607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0" y="2185416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or supervisor observes the employee doing the task correctly after training. Record the observation.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2706624"/>
            <a:ext cx="2743200" cy="50292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27066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Project Completed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08960" y="2706624"/>
            <a:ext cx="57607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0" y="275234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CI training: employee completes a live problem-solving project within 30 days. File the project record.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3273552"/>
            <a:ext cx="2743200" cy="50292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2" name="Text 19"/>
          <p:cNvSpPr/>
          <p:nvPr/>
        </p:nvSpPr>
        <p:spPr>
          <a:xfrm>
            <a:off x="320040" y="32735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Review at 30 Days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108960" y="3273552"/>
            <a:ext cx="57607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0" y="331927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manager reviews whether behaviour has changed at the 1-month mark. Record the discussion.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3840480"/>
            <a:ext cx="2743200" cy="50292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6" name="Text 23"/>
          <p:cNvSpPr/>
          <p:nvPr/>
        </p:nvSpPr>
        <p:spPr>
          <a:xfrm>
            <a:off x="320040" y="3840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/ Inspection Result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108960" y="3840480"/>
            <a:ext cx="576072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00400" y="388620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 compliance checked at next internal audit. Improved score demonstrates effectiveness.</a:t>
            </a:r>
            <a:endParaRPr lang="en-US" sz="1000" dirty="0"/>
          </a:p>
        </p:txBody>
      </p:sp>
      <p:sp>
        <p:nvSpPr>
          <p:cNvPr id="29" name="Rectangle 2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Engagement: Beyond the Survey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is not measured by a survey alone. It is evidenced by what employees actually do: do they submit ideas? Do they participate in CI? Do they go beyond their job description?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1280160"/>
            <a:ext cx="27432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301752" y="128016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Scheme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664208"/>
            <a:ext cx="27432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" y="1737360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formal process to submit, review, and act on employee ideas. Respond within 5 working days. Share results. QHSE-CI-04 is your tool.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1280160"/>
            <a:ext cx="27432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3227832" y="128016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Participation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54680" y="1664208"/>
            <a:ext cx="27432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737360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involved in CI projects, 5S, Kaizen events, or problem-solving teams. Record participation.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1280160"/>
            <a:ext cx="27432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6153912" y="128016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Toolbox Talks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80760" y="1664208"/>
            <a:ext cx="27432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1737360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team briefings on safety, quality, CI, and company performance. Two-way: employees speak, not just listen.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28600" y="2999232"/>
            <a:ext cx="27432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301752" y="299923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Suggestion Board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3383280"/>
            <a:ext cx="27432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1752" y="3456432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board on the shopfloor where ideas and updates are posted. Shows ideas submitted, decisions made, benefits achieved.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154680" y="2999232"/>
            <a:ext cx="27432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3227832" y="299923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Briefings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154680" y="3383280"/>
            <a:ext cx="27432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3456432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structured briefings on company performance, priorities, and changes. Record attendance.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80760" y="2999232"/>
            <a:ext cx="27432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6153912" y="299923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Culture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80760" y="3383280"/>
            <a:ext cx="27432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53912" y="3456432"/>
            <a:ext cx="259689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 reporting rate is a key engagement indicator. High reporting = high engagement. Low reporting = concern.</a:t>
            </a:r>
            <a:endParaRPr lang="en-US" sz="95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Employee Engagement Survey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regular engagement survey and acting on the results is evidence of a mature People Excellence approach. The assessor will ask what you do with the results.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survey: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572768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at least annually. Ideally twice per year.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Anonymous: employees must feel safe to be honest.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all 10 People Excellence themes.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open-text questions as well as rated questions.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PEOP-04 as your standard survey document.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response rate: &gt;80% of employees.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Acting on the results: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1572768"/>
            <a:ext cx="475488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1572768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30368" y="160934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results with ALL employees within 4 weeks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103120"/>
            <a:ext cx="475488" cy="45720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2103120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230368" y="21396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top 3 areas for improvement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2633472"/>
            <a:ext cx="475488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2633472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30368" y="26700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visible action plan with owners and dates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3163824"/>
            <a:ext cx="475488" cy="45720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4663440" y="3163824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30368" y="32004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employees on progress against the action plan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3694176"/>
            <a:ext cx="475488" cy="4572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4" name="Text 21"/>
          <p:cNvSpPr/>
          <p:nvPr/>
        </p:nvSpPr>
        <p:spPr>
          <a:xfrm>
            <a:off x="4663440" y="3694176"/>
            <a:ext cx="475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230368" y="37307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scores year-on-year to show improvement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65760" y="4370832"/>
            <a:ext cx="8412480" cy="438912"/>
          </a:xfrm>
          <a:prstGeom prst="rect">
            <a:avLst/>
          </a:prstGeom>
          <a:solidFill>
            <a:srgbClr val="E6F4FB"/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" y="4443984"/>
            <a:ext cx="8193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 survey and not acting on it is worse than not running one. Employees who complete a survey and see nothing change become more disengaged. Always close the loop.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Planning and Succession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assessor will ask how you plan for your future people needs and what happens if a key person leaves. These are strategic questions, not just HR questions.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planning means: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572768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your current headcount vs what you need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future requirements linked to your strategy and CSIP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skills gaps before they become crises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for growth in nuclear work (more SQEP needed)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PEOP-05 to track resource requirements and gaps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Succession planning means: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572768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which roles are critical to the business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critical role: who could step in tomorrow if needed?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people for future roles before the vacancy arises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Documenting knowledge so it doesn't walk out the door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succession at least annually at management review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4370832"/>
            <a:ext cx="8412480" cy="438912"/>
          </a:xfrm>
          <a:prstGeom prst="rect">
            <a:avLst/>
          </a:prstGeom>
          <a:solidFill>
            <a:srgbClr val="E6F4FB"/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4443984"/>
            <a:ext cx="8193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company with no succession plan for its Quality Manager is carrying a significant risk. One resignation away from losing nuclear qualification capability. Use PEOP-05 to map and mitigate this.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and Wellbeing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assessors expect to see that the company proactively supports employee health and wellbeing, not just reacts to problems. This links directly to safety culture.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1261872"/>
            <a:ext cx="27432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301752" y="12618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Health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645920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" y="1719072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Occupational health access. Regular DSE assessments. Ergonomics reviews. Manual handling training and equipment. Encouraging breaks and rest.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1261872"/>
            <a:ext cx="27432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3227832" y="12618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54680" y="1645920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719072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first aiders. Signposting to Employee Assistance Programme (EAP). Managers trained to have supportive conversations. Reduced stigma.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1261872"/>
            <a:ext cx="27432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6153912" y="126187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Workload Management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080760" y="1645920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53912" y="1719072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workload and overtime. Ensuring people are not consistently working unsustainable hours. Raising concerns before burnout.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28600" y="3044952"/>
            <a:ext cx="27432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301752" y="304495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 and Respect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28600" y="3429000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1752" y="3502152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workplace where everyone is treated with dignity and respect. Clear harassment and bullying policy. Diverse and inclusive culture.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154680" y="3044952"/>
            <a:ext cx="27432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3227832" y="304495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Wellbeing Check-ins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154680" y="3429000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3502152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wellbeing question in every appraisal. Line managers regularly checking in with team members. Not just asking once a year.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080760" y="3044952"/>
            <a:ext cx="27432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6153912" y="3044952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Recognising Contribution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080760" y="3429000"/>
            <a:ext cx="2743200" cy="130759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53912" y="3502152"/>
            <a:ext cx="259689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Saying thank you. Recognising people who contribute ideas, go the extra mile, or achieve a qualification. Recognition does not need to be expensive.</a:t>
            </a:r>
            <a:endParaRPr lang="en-US" sz="95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People Excellence Toolkit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documents cover every element of the F4N People Excellence assessment.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43000"/>
            <a:ext cx="1463040" cy="5669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1430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PEOP-01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0" y="1143000"/>
            <a:ext cx="70408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0240" y="11612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Appraisal and Personal Development Plan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920240" y="141732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appraisal covering objectives, PDP, career development, wellbeing, and sign-off. Use for every employee annually.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1801368"/>
            <a:ext cx="1463040" cy="56692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180136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PEOP-02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0" y="1801368"/>
            <a:ext cx="70408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20240" y="181965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Matrix and Competency Framework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920240" y="2075688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skills matrix, SQEP register, competency framework, and capability gap analysis.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4320" y="2459736"/>
            <a:ext cx="1463040" cy="5669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245973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PEOP-03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828800" y="2459736"/>
            <a:ext cx="70408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20240" y="247802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Record and HR Register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920240" y="273405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log, mandatory training matrix, effectiveness assessment, and induction checklist.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3118104"/>
            <a:ext cx="1463040" cy="56692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311810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PEOP-04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828800" y="3118104"/>
            <a:ext cx="70408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920240" y="3136392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Engagement Survey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920240" y="339242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34-question anonymous survey covering all 10 People Excellence themes. Run at least annually.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74320" y="3776472"/>
            <a:ext cx="1463040" cy="56692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377647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PEOP-05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1828800" y="3776472"/>
            <a:ext cx="70408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920240" y="37947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Planning and Succession Plan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920240" y="4050792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resource plan, succession plan for critical roles, and people dashboard.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74320" y="4434840"/>
            <a:ext cx="1463040" cy="56692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4" name="Text 31"/>
          <p:cNvSpPr/>
          <p:nvPr/>
        </p:nvSpPr>
        <p:spPr>
          <a:xfrm>
            <a:off x="274320" y="44348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QHSE-CI-04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1828800" y="4434840"/>
            <a:ext cx="7040880" cy="5669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920240" y="445312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and Suggestions Log</a:t>
            </a:r>
            <a:endParaRPr lang="en-US" sz="1050" dirty="0"/>
          </a:p>
        </p:txBody>
      </p:sp>
      <p:sp>
        <p:nvSpPr>
          <p:cNvPr id="37" name="Rectangle 36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0" cy="667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6187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Excellence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9933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every line manager should do this month: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4231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every team member has current objectives linked to the company strategy.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every team member has a completed training record and no expired SQEP qualifications.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genuine wellbeing conversation with each team member.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Speak to HR or the senior leadership team.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  |  [Company Name]  |  [Date]</a:t>
            </a:r>
            <a:endParaRPr lang="en-US" sz="1000" dirty="0"/>
          </a:p>
        </p:txBody>
      </p:sp>
      <p:sp>
        <p:nvSpPr>
          <p:cNvPr id="10" name="Rectangle 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93656EA-973C-45E8-B290-BCC9A6353799}"/>
</file>

<file path=customXml/itemProps2.xml><?xml version="1.0" encoding="utf-8"?>
<ds:datastoreItem xmlns:ds="http://schemas.openxmlformats.org/officeDocument/2006/customXml" ds:itemID="{1B4BF38D-9A07-4353-81EE-DA9656CACA01}"/>
</file>

<file path=customXml/itemProps3.xml><?xml version="1.0" encoding="utf-8"?>
<ds:datastoreItem xmlns:ds="http://schemas.openxmlformats.org/officeDocument/2006/customXml" ds:itemID="{CEBEAFD4-BA77-4292-8F36-D000800FFF4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PEOP-06 People Excellence Training Guide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