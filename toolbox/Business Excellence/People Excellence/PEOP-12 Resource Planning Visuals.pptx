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657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RESOURCE PLANNING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56692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our people needs today and planning for tomorrow  |  Review quarterly  |  Present at management review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097280"/>
            <a:ext cx="3794760" cy="6858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155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4996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Workforce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1783080"/>
            <a:ext cx="3794760" cy="3154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" y="187452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18562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Headcount: [X]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2608" y="2350008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[X]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92608" y="2825496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28072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[X]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2608" y="3300984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328269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[X]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92608" y="3776472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7581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Commercial: [X]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92608" y="42519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4233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departments]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60520" y="1097280"/>
            <a:ext cx="3794760" cy="6858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4251960" y="11155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251960" y="14996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Requirements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60520" y="1783080"/>
            <a:ext cx="3794760" cy="3154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70248" y="187452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8" name="Text 25"/>
          <p:cNvSpPr/>
          <p:nvPr/>
        </p:nvSpPr>
        <p:spPr>
          <a:xfrm>
            <a:off x="4599432" y="18562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Headcount: [X]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70248" y="2350008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0" name="Text 27"/>
          <p:cNvSpPr/>
          <p:nvPr/>
        </p:nvSpPr>
        <p:spPr>
          <a:xfrm>
            <a:off x="4599432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[X]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70248" y="2825496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2" name="Text 29"/>
          <p:cNvSpPr/>
          <p:nvPr/>
        </p:nvSpPr>
        <p:spPr>
          <a:xfrm>
            <a:off x="4599432" y="28072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[X]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270248" y="330098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4" name="Text 31"/>
          <p:cNvSpPr/>
          <p:nvPr/>
        </p:nvSpPr>
        <p:spPr>
          <a:xfrm>
            <a:off x="4599432" y="328269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Roles Needed: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70248" y="3776472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6" name="Text 33"/>
          <p:cNvSpPr/>
          <p:nvPr/>
        </p:nvSpPr>
        <p:spPr>
          <a:xfrm>
            <a:off x="4599432" y="37581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 roles]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270248" y="42519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8" name="Text 35"/>
          <p:cNvSpPr/>
          <p:nvPr/>
        </p:nvSpPr>
        <p:spPr>
          <a:xfrm>
            <a:off x="4599432" y="4233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Gaps: [List]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138160" y="1097280"/>
            <a:ext cx="3794760" cy="685800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40" name="Text 37"/>
          <p:cNvSpPr/>
          <p:nvPr/>
        </p:nvSpPr>
        <p:spPr>
          <a:xfrm>
            <a:off x="8229600" y="11155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YEARS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8229600" y="14996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Outlook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138160" y="1783080"/>
            <a:ext cx="3794760" cy="3154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47888" y="1874520"/>
            <a:ext cx="256032" cy="256032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44" name="Text 41"/>
          <p:cNvSpPr/>
          <p:nvPr/>
        </p:nvSpPr>
        <p:spPr>
          <a:xfrm>
            <a:off x="8577072" y="18562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Target: [X]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7888" y="2350008"/>
            <a:ext cx="256032" cy="256032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46" name="Text 43"/>
          <p:cNvSpPr/>
          <p:nvPr/>
        </p:nvSpPr>
        <p:spPr>
          <a:xfrm>
            <a:off x="8577072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Work Growth: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7888" y="2825496"/>
            <a:ext cx="256032" cy="256032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48" name="Text 45"/>
          <p:cNvSpPr/>
          <p:nvPr/>
        </p:nvSpPr>
        <p:spPr>
          <a:xfrm>
            <a:off x="8577072" y="28072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[Roles needed]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7888" y="3300984"/>
            <a:ext cx="256032" cy="256032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0" name="Text 47"/>
          <p:cNvSpPr/>
          <p:nvPr/>
        </p:nvSpPr>
        <p:spPr>
          <a:xfrm>
            <a:off x="8577072" y="328269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SQEP Pipeline: [Detail]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7888" y="3776472"/>
            <a:ext cx="256032" cy="256032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2" name="Text 49"/>
          <p:cNvSpPr/>
          <p:nvPr/>
        </p:nvSpPr>
        <p:spPr>
          <a:xfrm>
            <a:off x="8577072" y="37581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Succession Ready: [X of Y]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8247888" y="4251960"/>
            <a:ext cx="256032" cy="256032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4" name="Text 51"/>
          <p:cNvSpPr/>
          <p:nvPr/>
        </p:nvSpPr>
        <p:spPr>
          <a:xfrm>
            <a:off x="8577072" y="4233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 / Graduate pipeline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82880" y="5074920"/>
            <a:ext cx="5486400" cy="1572768"/>
          </a:xfrm>
          <a:prstGeom prst="rect">
            <a:avLst/>
          </a:prstGeom>
          <a:solidFill>
            <a:srgbClr val="FCE4D6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5102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RESOURCE RISKS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274320" y="5440680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where a loss would critically affect operations or nuclear qualification: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 1]:  [Risk and mitigation]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 2]:  [Risk and mitigation]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943600" y="5074920"/>
            <a:ext cx="6035040" cy="1572768"/>
          </a:xfrm>
          <a:prstGeom prst="rect">
            <a:avLst/>
          </a:prstGeom>
          <a:solidFill>
            <a:srgbClr val="E2EFDA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035040" y="51023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ACTIONS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035040" y="544068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Recruitment, apprenticeships, training, and succession actions: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1]:  Owner: [Name]  Target: [Date]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2]:  Owner: [Name]  Target: [Date]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3]:  Owner: [Name]  Target: [Date]</a:t>
            </a:r>
            <a:endParaRPr lang="en-US" sz="950" dirty="0"/>
          </a:p>
        </p:txBody>
      </p:sp>
      <p:sp>
        <p:nvSpPr>
          <p:cNvPr id="61" name="Rectangle 60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109728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4572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SUCCESSION PLANNING MAP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63040" y="51206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annually. Present at management review. Full detail in PEOP-05.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" y="841248"/>
            <a:ext cx="2834640" cy="2743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Now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841248"/>
            <a:ext cx="2834640" cy="2743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0" name="Text 7"/>
          <p:cNvSpPr/>
          <p:nvPr/>
        </p:nvSpPr>
        <p:spPr>
          <a:xfrm>
            <a:off x="3154680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in 1 Year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841248"/>
            <a:ext cx="2834640" cy="274320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in 2+ Years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098280" y="841248"/>
            <a:ext cx="2834640" cy="2743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9098280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Successor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" y="1188720"/>
            <a:ext cx="374904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256032" y="12435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 / SLT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566160" y="1243584"/>
            <a:ext cx="310896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182880" y="1645920"/>
            <a:ext cx="37490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16824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[Name]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2880" y="2066544"/>
            <a:ext cx="3749040" cy="768096"/>
          </a:xfrm>
          <a:prstGeom prst="rect">
            <a:avLst/>
          </a:prstGeom>
          <a:solidFill>
            <a:srgbClr val="FFC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1: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74320" y="23774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82880" y="2889504"/>
            <a:ext cx="3749040" cy="768096"/>
          </a:xfrm>
          <a:prstGeom prst="rect">
            <a:avLst/>
          </a:prstGeom>
          <a:solidFill>
            <a:srgbClr val="3F72A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926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2: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74320" y="32004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0" y="1188720"/>
            <a:ext cx="374904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7" name="Text 24"/>
          <p:cNvSpPr/>
          <p:nvPr/>
        </p:nvSpPr>
        <p:spPr>
          <a:xfrm>
            <a:off x="4187952" y="12435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Manager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498080" y="1243584"/>
            <a:ext cx="310896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114800" y="1645920"/>
            <a:ext cx="37490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06240" y="16824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[Name]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0" y="2066544"/>
            <a:ext cx="3749040" cy="768096"/>
          </a:xfrm>
          <a:prstGeom prst="rect">
            <a:avLst/>
          </a:prstGeom>
          <a:solidFill>
            <a:srgbClr val="FFC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1: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206240" y="23774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114800" y="2889504"/>
            <a:ext cx="3749040" cy="768096"/>
          </a:xfrm>
          <a:prstGeom prst="rect">
            <a:avLst/>
          </a:prstGeom>
          <a:solidFill>
            <a:srgbClr val="CC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06240" y="2926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2: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206240" y="32004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hire needed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046720" y="1188720"/>
            <a:ext cx="374904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8" name="Text 35"/>
          <p:cNvSpPr/>
          <p:nvPr/>
        </p:nvSpPr>
        <p:spPr>
          <a:xfrm>
            <a:off x="8119872" y="12435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Manager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1430000" y="1243584"/>
            <a:ext cx="310896" cy="3474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046720" y="1645920"/>
            <a:ext cx="37490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38160" y="16824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[Name]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046720" y="2066544"/>
            <a:ext cx="3749040" cy="768096"/>
          </a:xfrm>
          <a:prstGeom prst="rect">
            <a:avLst/>
          </a:prstGeom>
          <a:solidFill>
            <a:srgbClr val="70AD4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3816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1: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138160" y="23774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046720" y="2889504"/>
            <a:ext cx="3749040" cy="768096"/>
          </a:xfrm>
          <a:prstGeom prst="rect">
            <a:avLst/>
          </a:prstGeom>
          <a:solidFill>
            <a:srgbClr val="FFC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38160" y="2926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2: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8138160" y="32004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182880" y="3858768"/>
            <a:ext cx="374904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9" name="Text 46"/>
          <p:cNvSpPr/>
          <p:nvPr/>
        </p:nvSpPr>
        <p:spPr>
          <a:xfrm>
            <a:off x="256032" y="39136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Quality Inspector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3566160" y="3913632"/>
            <a:ext cx="310896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1" name="Shape 48"/>
          <p:cNvSpPr/>
          <p:nvPr/>
        </p:nvSpPr>
        <p:spPr>
          <a:xfrm>
            <a:off x="182880" y="4315968"/>
            <a:ext cx="37490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3525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[Name]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182880" y="4736592"/>
            <a:ext cx="3749040" cy="768096"/>
          </a:xfrm>
          <a:prstGeom prst="rect">
            <a:avLst/>
          </a:prstGeom>
          <a:solidFill>
            <a:srgbClr val="FFC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74320" y="4773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1: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274320" y="5047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182880" y="5559552"/>
            <a:ext cx="3749040" cy="768096"/>
          </a:xfrm>
          <a:prstGeom prst="rect">
            <a:avLst/>
          </a:prstGeom>
          <a:solidFill>
            <a:srgbClr val="CC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74320" y="5596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2: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274320" y="58704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candidate yet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114800" y="3858768"/>
            <a:ext cx="374904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0" name="Text 57"/>
          <p:cNvSpPr/>
          <p:nvPr/>
        </p:nvSpPr>
        <p:spPr>
          <a:xfrm>
            <a:off x="4187952" y="39136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H&amp;S Manager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7498080" y="3913632"/>
            <a:ext cx="310896" cy="3474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62" name="Shape 59"/>
          <p:cNvSpPr/>
          <p:nvPr/>
        </p:nvSpPr>
        <p:spPr>
          <a:xfrm>
            <a:off x="4114800" y="4315968"/>
            <a:ext cx="37490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06240" y="43525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[Name]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114800" y="4736592"/>
            <a:ext cx="3749040" cy="768096"/>
          </a:xfrm>
          <a:prstGeom prst="rect">
            <a:avLst/>
          </a:prstGeom>
          <a:solidFill>
            <a:srgbClr val="3F72A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206240" y="4773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1: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4206240" y="5047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4114800" y="5559552"/>
            <a:ext cx="3749040" cy="768096"/>
          </a:xfrm>
          <a:prstGeom prst="rect">
            <a:avLst/>
          </a:prstGeom>
          <a:solidFill>
            <a:srgbClr val="CC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06240" y="5596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2: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4206240" y="58704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hire needed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8046720" y="3858768"/>
            <a:ext cx="374904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1" name="Text 68"/>
          <p:cNvSpPr/>
          <p:nvPr/>
        </p:nvSpPr>
        <p:spPr>
          <a:xfrm>
            <a:off x="8119872" y="39136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critical role]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8046720" y="4315968"/>
            <a:ext cx="37490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138160" y="43525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[Name]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8046720" y="4736592"/>
            <a:ext cx="3749040" cy="7680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138160" y="4773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1: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138160" y="5047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identified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8046720" y="5559552"/>
            <a:ext cx="3749040" cy="7680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138160" y="5596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 2: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138160" y="58704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identified</a:t>
            </a:r>
            <a:endParaRPr lang="en-US" sz="950" dirty="0"/>
          </a:p>
        </p:txBody>
      </p:sp>
      <p:sp>
        <p:nvSpPr>
          <p:cNvPr id="80" name="Rectangle 7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5054865-4FFF-4A7E-98F6-39802F8E8E9C}"/>
</file>

<file path=customXml/itemProps2.xml><?xml version="1.0" encoding="utf-8"?>
<ds:datastoreItem xmlns:ds="http://schemas.openxmlformats.org/officeDocument/2006/customXml" ds:itemID="{CFAF1F28-A859-48FA-B1FB-D8221CD9974C}"/>
</file>

<file path=customXml/itemProps3.xml><?xml version="1.0" encoding="utf-8"?>
<ds:datastoreItem xmlns:ds="http://schemas.openxmlformats.org/officeDocument/2006/customXml" ds:itemID="{AE1A17AC-CC57-409C-8F86-2A355714E1C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PEOP-12 Resource Planning Visuals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