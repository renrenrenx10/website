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5486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SAFETY CULTURE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74320" y="5486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means. Why it matters. What we all need to do.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8595360" cy="82296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safety culture is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collection of values, attitudes, and behaviours shared by everyone in an organisation</a:t>
            </a:r>
            <a:pPr algn="l" indent="0" marL="0">
              <a:buNone/>
            </a:pPr>
            <a:r>
              <a:rPr lang="en-US" sz="13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places nuclear safety as the overriding priority in every decision, every day, regardless of cost or schedule pressure.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" y="2103120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2402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212848"/>
            <a:ext cx="2209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" y="2633472"/>
            <a:ext cx="26761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is never traded against cost, time, or pressure. Every person has the authority and duty to stop work if safety is at risk.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24200" y="2103120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928" y="224028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27120" y="2212848"/>
            <a:ext cx="2209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Questioning Attitude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33928" y="2633472"/>
            <a:ext cx="26761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 'why' and 'what if'. We do not assume that because something has always been done a certain way it is the right way.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19800" y="2103120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528" y="224028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22720" y="2212848"/>
            <a:ext cx="2209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Reporting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29528" y="2633472"/>
            <a:ext cx="26761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misses and concerns are reported without fear. We learn from what goes wrong and what nearly went wrong.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28600" y="3593592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730752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3703320"/>
            <a:ext cx="2209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Accountability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8328" y="4123944"/>
            <a:ext cx="26761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individual takes responsibility for the quality and safety of their own work. We do not pass problems to others.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124200" y="3593592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928" y="373075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27120" y="3703320"/>
            <a:ext cx="2209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Leadership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3233928" y="4123944"/>
            <a:ext cx="26761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demonstrate nuclear safety in their own behaviour. They are present, they ask questions, and they act on what they find.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019800" y="3593592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9528" y="373075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22720" y="3703320"/>
            <a:ext cx="2209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129528" y="4123944"/>
            <a:ext cx="26761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actively seek to improve. We share lessons, benchmark ourselves, and never consider our safety culture to be finished.</a:t>
            </a:r>
            <a:endParaRPr lang="en-US" sz="95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GOOD NUCLEAR SAFETY CULTURE LOOK LIKE?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48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behaviours we should see every day in our organisation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2804160" cy="38404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005840"/>
            <a:ext cx="280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128016" cy="65836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1536192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carry out regular safety walks and record what they find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231136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231136"/>
            <a:ext cx="128016" cy="65836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" y="2286000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topics appear on every senior management meeting agenda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980944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980944"/>
            <a:ext cx="128016" cy="65836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" y="3035808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respond to concerns raised by staff quickly and visibly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730752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730752"/>
            <a:ext cx="128016" cy="65836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" y="3785616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can explain the company's nuclear safety commitments in their own words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24200" y="1005840"/>
            <a:ext cx="2804160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4200" y="1005840"/>
            <a:ext cx="280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169920" y="1481328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69920" y="1481328"/>
            <a:ext cx="128016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25368" y="1536192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follow procedures without being reminded or supervised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169920" y="2231136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69920" y="2231136"/>
            <a:ext cx="128016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25368" y="2286000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misses and concerns are raised promptly and without hesitation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169920" y="2980944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169920" y="2980944"/>
            <a:ext cx="128016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25368" y="3035808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ask questions when they are unsure rather than making assumptions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169920" y="3730752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169920" y="3730752"/>
            <a:ext cx="128016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25368" y="3785616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signs off work they are not fully satisfied with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19800" y="1005840"/>
            <a:ext cx="2804160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19800" y="1005840"/>
            <a:ext cx="280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065520" y="1481328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065520" y="1481328"/>
            <a:ext cx="128016" cy="65836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20968" y="1536192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Non-conformances are recorded, investigated, and closed formally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65520" y="2231136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065520" y="2231136"/>
            <a:ext cx="128016" cy="65836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20968" y="2286000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records are current and accurately reflect actual competence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65520" y="2980944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065520" y="2980944"/>
            <a:ext cx="128016" cy="65836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20968" y="3035808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checks are carried out at goods receipt as a matter of routine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065520" y="3730752"/>
            <a:ext cx="2712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065520" y="3730752"/>
            <a:ext cx="128016" cy="65836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20968" y="3785616"/>
            <a:ext cx="2548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from incidents and near misses are communicated to the team</a:t>
            </a:r>
            <a:endParaRPr lang="en-US" sz="1000" dirty="0"/>
          </a:p>
        </p:txBody>
      </p:sp>
      <p:sp>
        <p:nvSpPr>
          <p:cNvPr id="48" name="Rectangle 4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5E73C4D-2677-46D2-A1C1-A8F456E342CE}"/>
</file>

<file path=customXml/itemProps2.xml><?xml version="1.0" encoding="utf-8"?>
<ds:datastoreItem xmlns:ds="http://schemas.openxmlformats.org/officeDocument/2006/customXml" ds:itemID="{82C4255B-2A79-4DFE-B9D6-A08E4A81FC73}"/>
</file>

<file path=customXml/itemProps3.xml><?xml version="1.0" encoding="utf-8"?>
<ds:datastoreItem xmlns:ds="http://schemas.openxmlformats.org/officeDocument/2006/customXml" ds:itemID="{D76A77B1-2F45-473E-9A98-51D84FAFD3D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NSS-01f Nuclear Safety Culture Introduction Poster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