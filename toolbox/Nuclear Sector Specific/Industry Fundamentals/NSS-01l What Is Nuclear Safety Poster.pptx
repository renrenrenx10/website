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-1-1.jpg" ContentType="image/jpg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media/image-2-1.jpg" ContentType="image/jpg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Relationship Id="rId8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NUCLEAR SAFETY?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74320" y="6217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nuclear materials controlled and contained, always.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1051560"/>
            <a:ext cx="9144000" cy="713232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safety means ensuring it is virtually impossible for an event to occur that could harm people or the environment. Every layer of our work contributes to this.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176479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IN DEPTH: MULTIPLE LAYERS OF PROTECTION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48840"/>
            <a:ext cx="1417320" cy="1371600"/>
          </a:xfrm>
          <a:prstGeom prst="rect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39112" y="2148840"/>
            <a:ext cx="1417320" cy="1371600"/>
          </a:xfrm>
          <a:prstGeom prst="rect">
            <a:avLst/>
          </a:prstGeom>
          <a:solidFill>
            <a:srgbClr val="009F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039112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21024" y="2148840"/>
            <a:ext cx="1417320" cy="1371600"/>
          </a:xfrm>
          <a:prstGeom prst="rect">
            <a:avLst/>
          </a:prstGeom>
          <a:solidFill>
            <a:srgbClr val="8334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21024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02936" y="2148840"/>
            <a:ext cx="1417320" cy="1371600"/>
          </a:xfrm>
          <a:prstGeom prst="rect">
            <a:avLst/>
          </a:prstGeom>
          <a:solidFill>
            <a:srgbClr val="009FE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02936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84848" y="2148840"/>
            <a:ext cx="1417320" cy="1371600"/>
          </a:xfrm>
          <a:prstGeom prst="rect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4848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37160" y="2743200"/>
            <a:ext cx="8869680" cy="201168"/>
          </a:xfrm>
          <a:prstGeom prst="rightArrow">
            <a:avLst/>
          </a:prstGeom>
          <a:solidFill>
            <a:srgbClr val="FFC000">
              <a:alpha val="75000"/>
            </a:srgbClr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38160" y="2606040"/>
            <a:ext cx="502920" cy="50292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problem gets through one layer, the next layer is designed to catch it. Every layer must do its job properly.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274820"/>
            <a:ext cx="9144000" cy="5943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2748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work, whatever it is, is one of these layers. Doing it right, every time, is how nuclear stays safe.</a:t>
            </a:r>
            <a:endParaRPr lang="en-US" sz="1400" dirty="0"/>
          </a:p>
        </p:txBody>
      </p:sp>
      <p:sp>
        <p:nvSpPr>
          <p:cNvPr id="25" name="Rectangle 2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74320" y="91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EVERY ROLE MATTERS TO NUCLEAR SAFETY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74320" y="5669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safety is not just for engineers. It is everyone's job.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051560"/>
            <a:ext cx="4251960" cy="1554480"/>
          </a:xfrm>
          <a:prstGeom prst="roundRect">
            <a:avLst>
              <a:gd name="adj" fmla="val 3529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12344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/ Manufacturing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18745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it right first time. A small error here can become a safety issue later.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051560"/>
            <a:ext cx="4251960" cy="1554480"/>
          </a:xfrm>
          <a:prstGeom prst="roundRect">
            <a:avLst>
              <a:gd name="adj" fmla="val 3529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801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7840" y="12344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Inspection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983480" y="18745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problems before they leave the building. Your sign-off matters.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20040" y="2788920"/>
            <a:ext cx="4251960" cy="1554480"/>
          </a:xfrm>
          <a:prstGeom prst="roundRect">
            <a:avLst>
              <a:gd name="adj" fmla="val 3529"/>
            </a:avLst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43000" y="2971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and Goods Receipt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548640" y="36118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what comes in. CFSI starts with vigilance at the door.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754880" y="2788920"/>
            <a:ext cx="4251960" cy="1554480"/>
          </a:xfrm>
          <a:prstGeom prst="roundRect">
            <a:avLst>
              <a:gd name="adj" fmla="val 3529"/>
            </a:avLst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01752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77840" y="2971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983480" y="361188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6E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procedures, raise concerns, ask questions. Never assume someone else has it covered.</a:t>
            </a:r>
            <a:endParaRPr lang="en-US" sz="1100" dirty="0"/>
          </a:p>
        </p:txBody>
      </p:sp>
      <p:sp>
        <p:nvSpPr>
          <p:cNvPr id="22" name="Rectangle 2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4D90FC-2248-4A9A-A9E0-17760F9C4930}"/>
</file>

<file path=customXml/itemProps2.xml><?xml version="1.0" encoding="utf-8"?>
<ds:datastoreItem xmlns:ds="http://schemas.openxmlformats.org/officeDocument/2006/customXml" ds:itemID="{3AA45955-354B-4020-8A5A-8B45D2C9E240}"/>
</file>

<file path=customXml/itemProps3.xml><?xml version="1.0" encoding="utf-8"?>
<ds:datastoreItem xmlns:ds="http://schemas.openxmlformats.org/officeDocument/2006/customXml" ds:itemID="{2054860A-4F75-4A53-AEE6-4DAAA7658B15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NSS-01l What Is Nuclear Safety Poster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