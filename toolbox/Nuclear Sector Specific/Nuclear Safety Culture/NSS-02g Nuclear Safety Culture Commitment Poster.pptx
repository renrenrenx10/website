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media/image-1-1.jpg" ContentType="image/jpg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media/image-2-1.jpg" ContentType="image/jpg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5486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NUCLEAR SAFETY CULTURE COMMITMENT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274320" y="5486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ten traits we are committed to, every day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28600" y="9601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COMMITMENT TO SAFETY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926080" y="9601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COMMITMENT TO SAFETY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23560" y="960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SYSTEMS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" y="1280160"/>
            <a:ext cx="2606040" cy="749808"/>
          </a:xfrm>
          <a:prstGeom prst="roundRect">
            <a:avLst>
              <a:gd name="adj" fmla="val 6098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13258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74320" y="16642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28600" y="2103120"/>
            <a:ext cx="2606040" cy="749808"/>
          </a:xfrm>
          <a:prstGeom prst="roundRect">
            <a:avLst>
              <a:gd name="adj" fmla="val 6098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21488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74320" y="24871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Questioning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Attitude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28600" y="2926080"/>
            <a:ext cx="2606040" cy="749808"/>
          </a:xfrm>
          <a:prstGeom prst="roundRect">
            <a:avLst>
              <a:gd name="adj" fmla="val 6098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29718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74320" y="33101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926080" y="1280160"/>
            <a:ext cx="2606040" cy="749808"/>
          </a:xfrm>
          <a:prstGeom prst="roundRect">
            <a:avLst>
              <a:gd name="adj" fmla="val 6098"/>
            </a:avLst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017520" y="13258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2971800" y="16642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926080" y="2103120"/>
            <a:ext cx="2606040" cy="749808"/>
          </a:xfrm>
          <a:prstGeom prst="roundRect">
            <a:avLst>
              <a:gd name="adj" fmla="val 6098"/>
            </a:avLst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17520" y="21488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2971800" y="24871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926080" y="2926080"/>
            <a:ext cx="2606040" cy="749808"/>
          </a:xfrm>
          <a:prstGeom prst="roundRect">
            <a:avLst>
              <a:gd name="adj" fmla="val 6098"/>
            </a:avLst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017520" y="29718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2971800" y="33101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623560" y="1280160"/>
            <a:ext cx="3291840" cy="749808"/>
          </a:xfrm>
          <a:prstGeom prst="roundRect">
            <a:avLst>
              <a:gd name="adj" fmla="val 6098"/>
            </a:avLst>
          </a:prstGeom>
          <a:solidFill>
            <a:srgbClr val="1C7A4D"/>
          </a:solidFill>
          <a:ln w="12700">
            <a:solidFill>
              <a:srgbClr val="1C7A4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15000" y="13258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669280" y="16642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623560" y="2103120"/>
            <a:ext cx="3291840" cy="749808"/>
          </a:xfrm>
          <a:prstGeom prst="roundRect">
            <a:avLst>
              <a:gd name="adj" fmla="val 6098"/>
            </a:avLst>
          </a:prstGeom>
          <a:solidFill>
            <a:srgbClr val="1C7A4D"/>
          </a:solidFill>
          <a:ln w="12700">
            <a:solidFill>
              <a:srgbClr val="1C7A4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15000" y="21488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669280" y="24871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ID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Resolution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623560" y="2926080"/>
            <a:ext cx="3291840" cy="749808"/>
          </a:xfrm>
          <a:prstGeom prst="roundRect">
            <a:avLst>
              <a:gd name="adj" fmla="val 6098"/>
            </a:avLst>
          </a:prstGeom>
          <a:solidFill>
            <a:srgbClr val="1C7A4D"/>
          </a:solidFill>
          <a:ln w="12700">
            <a:solidFill>
              <a:srgbClr val="1C7A4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15000" y="29718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5669280" y="33101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Concerns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623560" y="3749040"/>
            <a:ext cx="3291840" cy="749808"/>
          </a:xfrm>
          <a:prstGeom prst="roundRect">
            <a:avLst>
              <a:gd name="adj" fmla="val 6098"/>
            </a:avLst>
          </a:prstGeom>
          <a:solidFill>
            <a:srgbClr val="1C7A4D"/>
          </a:solidFill>
          <a:ln w="12700">
            <a:solidFill>
              <a:srgbClr val="1C7A4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715000" y="37947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5669280" y="41330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900" dirty="0"/>
          </a:p>
        </p:txBody>
      </p:sp>
      <p:sp>
        <p:nvSpPr>
          <p:cNvPr id="39" name="Rectangle 38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91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COMMITMENT TO NUCLEAR SAFETY CULTURE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60350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 organisation working in the nuclear supply chain, we commit to: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261872"/>
            <a:ext cx="457200" cy="457200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1248" y="1188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individual takes personal responsibility for nuclear safety in their own work, every day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17720" y="1261872"/>
            <a:ext cx="457200" cy="457200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7720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184648" y="1188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maintain a questioning attitude and never assume past success means future safety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2176272"/>
            <a:ext cx="457200" cy="457200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41248" y="2103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leaders are visibly present, model safe behaviour, and act on what they hear and see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17720" y="2176272"/>
            <a:ext cx="457200" cy="457200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1772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184648" y="2103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involving risk are systematic, conservative, and clearly owned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3090672"/>
            <a:ext cx="457200" cy="457200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41248" y="30175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treat every individual with trust and respect, and welcome differing views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17720" y="3090672"/>
            <a:ext cx="457200" cy="457200"/>
          </a:xfrm>
          <a:prstGeom prst="ellipse">
            <a:avLst/>
          </a:prstGeom>
          <a:solidFill>
            <a:srgbClr val="1C7A4D"/>
          </a:solidFill>
          <a:ln w="12700">
            <a:solidFill>
              <a:srgbClr val="1C7A4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1772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184648" y="30175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learn continuously, from our own experience and from across the wider industry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74320" y="4005072"/>
            <a:ext cx="457200" cy="457200"/>
          </a:xfrm>
          <a:prstGeom prst="ellipse">
            <a:avLst/>
          </a:prstGeom>
          <a:solidFill>
            <a:srgbClr val="1C7A4D"/>
          </a:solidFill>
          <a:ln w="12700">
            <a:solidFill>
              <a:srgbClr val="1C7A4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41248" y="3931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Problems, however small, are identified, reported, and properly resolved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617720" y="4005072"/>
            <a:ext cx="457200" cy="457200"/>
          </a:xfrm>
          <a:prstGeom prst="ellipse">
            <a:avLst/>
          </a:prstGeom>
          <a:solidFill>
            <a:srgbClr val="1C7A4D"/>
          </a:solidFill>
          <a:ln w="12700">
            <a:solidFill>
              <a:srgbClr val="1C7A4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1772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184648" y="3931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raise a safety concern, in confidence if needed, without fear of retaliation</a:t>
            </a:r>
            <a:endParaRPr lang="en-US" sz="1100" dirty="0"/>
          </a:p>
        </p:txBody>
      </p:sp>
      <p:sp>
        <p:nvSpPr>
          <p:cNvPr id="30" name="Rectangle 29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D4B7447-DF2A-4387-9769-D27D8D091AF5}"/>
</file>

<file path=customXml/itemProps2.xml><?xml version="1.0" encoding="utf-8"?>
<ds:datastoreItem xmlns:ds="http://schemas.openxmlformats.org/officeDocument/2006/customXml" ds:itemID="{235C28FF-D280-428C-89D4-A09554E6FD72}"/>
</file>

<file path=customXml/itemProps3.xml><?xml version="1.0" encoding="utf-8"?>
<ds:datastoreItem xmlns:ds="http://schemas.openxmlformats.org/officeDocument/2006/customXml" ds:itemID="{5974B7DB-0242-481F-B977-9F1082B5478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NSS-02g Nuclear Safety Culture Commitment Poster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