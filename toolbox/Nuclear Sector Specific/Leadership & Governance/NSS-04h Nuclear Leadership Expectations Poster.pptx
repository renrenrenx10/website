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Relationship Id="rId10" Type="http://schemas.openxmlformats.org/officeDocument/2006/relationships/image" Target="../media/image1.png"/><Relationship Id="rId11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LEADERSHIP EXPECTATIONS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56692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expect to see from every leader in our nuclear supply chain work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960120"/>
            <a:ext cx="2895600" cy="1737360"/>
          </a:xfrm>
          <a:prstGeom prst="roundRect">
            <a:avLst>
              <a:gd name="adj" fmla="val 2632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124712"/>
            <a:ext cx="198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PRESENT AND VISIBLE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93192" y="1737360"/>
            <a:ext cx="2621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planned safety walkdowns. Observe, ask questions, and reinforce nuclear quality standards in person.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197352" y="960120"/>
            <a:ext cx="2895600" cy="1737360"/>
          </a:xfrm>
          <a:prstGeom prst="roundRect">
            <a:avLst>
              <a:gd name="adj" fmla="val 2632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232" y="114300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74592" y="1124712"/>
            <a:ext cx="198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CONSERVATIVELY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361944" y="1737360"/>
            <a:ext cx="2621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there is doubt, choose the safe option. Confirm something is safe before proceeding, not proceed until proven unsafe.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166104" y="960120"/>
            <a:ext cx="2895600" cy="1737360"/>
          </a:xfrm>
          <a:prstGeom prst="roundRect">
            <a:avLst>
              <a:gd name="adj" fmla="val 2632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984" y="114300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3344" y="1124712"/>
            <a:ext cx="198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TO CONCERNS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330696" y="1737360"/>
            <a:ext cx="2621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someone raises a concern, respond visibly and quickly. Tell them the outcome. Never leave a concern without an answer.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228600" y="2834640"/>
            <a:ext cx="2895600" cy="1737360"/>
          </a:xfrm>
          <a:prstGeom prst="roundRect">
            <a:avLst>
              <a:gd name="adj" fmla="val 2632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1752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5840" y="2999232"/>
            <a:ext cx="198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PERFORMANCE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393192" y="3611880"/>
            <a:ext cx="2621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Participate in nuclear management reviews. Know the NCR trends. Stay informed on CFSI alerts. Own the nuclear numbers.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3197352" y="2834640"/>
            <a:ext cx="2895600" cy="1737360"/>
          </a:xfrm>
          <a:prstGeom prst="roundRect">
            <a:avLst>
              <a:gd name="adj" fmla="val 2632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0232" y="3017520"/>
            <a:ext cx="502920" cy="5029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974592" y="2999232"/>
            <a:ext cx="198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CULTURE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3361944" y="3611880"/>
            <a:ext cx="2621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nuclear safety language normal. Use the ten traits. Reward the behaviour, not just the output.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6166104" y="2834640"/>
            <a:ext cx="2895600" cy="1737360"/>
          </a:xfrm>
          <a:prstGeom prst="roundRect">
            <a:avLst>
              <a:gd name="adj" fmla="val 2632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8984" y="3017520"/>
            <a:ext cx="502920" cy="5029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43344" y="2999232"/>
            <a:ext cx="198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GOVERNANCE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6330696" y="3611880"/>
            <a:ext cx="2621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Nuclear Governance Framework current. Ensure everyone knows who is accountable for what. Never let governance slip under pressure.</a:t>
            </a:r>
            <a:endParaRPr lang="en-US" sz="950" dirty="0"/>
          </a:p>
        </p:txBody>
      </p:sp>
      <p:sp>
        <p:nvSpPr>
          <p:cNvPr id="30" name="Rectangle 2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731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DECIDES WHAT IN NUCLEAR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56692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accountability is specific and named. Every critical decision has an owner.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987552"/>
            <a:ext cx="2834640" cy="402336"/>
          </a:xfrm>
          <a:prstGeom prst="roundRect">
            <a:avLst>
              <a:gd name="adj" fmla="val 11364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9875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/ Exec Sponsor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8600" y="1463040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" y="1463040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the Leadership Commitment Statement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2157984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EBF5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" y="2157984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 the nuclear management review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8600" y="2852928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" y="2852928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concession dispositions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8600" y="3547872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EBF5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" y="3547872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notified of all Grade 1 NCRs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27832" y="987552"/>
            <a:ext cx="2834640" cy="402336"/>
          </a:xfrm>
          <a:prstGeom prst="roundRect">
            <a:avLst>
              <a:gd name="adj" fmla="val 11364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27832" y="9875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Quality Lead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27832" y="1463040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37560" y="1463040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work on nuclear quality grounds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27832" y="2157984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EBF5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37560" y="2157984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all NCR dispositions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27832" y="2852928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37560" y="2852928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nuclear product for delivery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27832" y="3547872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EBF5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37560" y="3547872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CFSI to client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27064" y="987552"/>
            <a:ext cx="2834640" cy="402336"/>
          </a:xfrm>
          <a:prstGeom prst="roundRect">
            <a:avLst>
              <a:gd name="adj" fmla="val 11364"/>
            </a:avLst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27064" y="9875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Nuclear Staff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27064" y="1463040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36792" y="1463040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a concern without fear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27064" y="2157984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EBF5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36792" y="2157984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procedures consistently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27064" y="2852928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F4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36792" y="2852928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CFSI checklist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227064" y="3547872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EBF5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36792" y="3547872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when in doubt</a:t>
            </a:r>
            <a:endParaRPr lang="en-US" sz="1100" dirty="0"/>
          </a:p>
        </p:txBody>
      </p:sp>
      <p:sp>
        <p:nvSpPr>
          <p:cNvPr id="36" name="Rectangle 35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93AB5F9-3B89-4920-A42E-643E3BD97037}"/>
</file>

<file path=customXml/itemProps2.xml><?xml version="1.0" encoding="utf-8"?>
<ds:datastoreItem xmlns:ds="http://schemas.openxmlformats.org/officeDocument/2006/customXml" ds:itemID="{26F45331-82EF-45D9-BA4D-902FA8AC6073}"/>
</file>

<file path=customXml/itemProps3.xml><?xml version="1.0" encoding="utf-8"?>
<ds:datastoreItem xmlns:ds="http://schemas.openxmlformats.org/officeDocument/2006/customXml" ds:itemID="{E68EB052-8A30-4F8A-A722-EA64177DCDC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NSS-04h Nuclear Leadership Expectations Poster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